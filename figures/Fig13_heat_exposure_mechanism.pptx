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0424160" cy="6949440"/>
            <a:chOff x="182880" y="182880"/>
            <a:chExt cx="10424160" cy="69494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0424160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0424160" cy="69494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5091741" cy="33607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344210" y="252469"/>
              <a:ext cx="5193240" cy="33607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66023" y="1032892"/>
              <a:ext cx="4576966" cy="2234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6023" y="3118434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66023" y="2634629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6023" y="2150823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66023" y="1667017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66023" y="1183212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6023" y="2957166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41618" y="1032892"/>
              <a:ext cx="0" cy="2234438"/>
            </a:xfrm>
            <a:custGeom>
              <a:avLst/>
              <a:pathLst>
                <a:path w="0" h="2234438">
                  <a:moveTo>
                    <a:pt x="0" y="223443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D55E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665032" y="1134457"/>
              <a:ext cx="2754725" cy="2031307"/>
            </a:xfrm>
            <a:custGeom>
              <a:avLst/>
              <a:pathLst>
                <a:path w="2754725" h="2031307">
                  <a:moveTo>
                    <a:pt x="0" y="0"/>
                  </a:moveTo>
                  <a:lnTo>
                    <a:pt x="23148" y="22349"/>
                  </a:lnTo>
                  <a:lnTo>
                    <a:pt x="46297" y="44516"/>
                  </a:lnTo>
                  <a:lnTo>
                    <a:pt x="69446" y="66501"/>
                  </a:lnTo>
                  <a:lnTo>
                    <a:pt x="92595" y="88304"/>
                  </a:lnTo>
                  <a:lnTo>
                    <a:pt x="115744" y="109926"/>
                  </a:lnTo>
                  <a:lnTo>
                    <a:pt x="138893" y="131367"/>
                  </a:lnTo>
                  <a:lnTo>
                    <a:pt x="162042" y="152627"/>
                  </a:lnTo>
                  <a:lnTo>
                    <a:pt x="185191" y="173706"/>
                  </a:lnTo>
                  <a:lnTo>
                    <a:pt x="208340" y="194605"/>
                  </a:lnTo>
                  <a:lnTo>
                    <a:pt x="231489" y="215323"/>
                  </a:lnTo>
                  <a:lnTo>
                    <a:pt x="254638" y="235860"/>
                  </a:lnTo>
                  <a:lnTo>
                    <a:pt x="277787" y="256216"/>
                  </a:lnTo>
                  <a:lnTo>
                    <a:pt x="300936" y="276391"/>
                  </a:lnTo>
                  <a:lnTo>
                    <a:pt x="324085" y="296386"/>
                  </a:lnTo>
                  <a:lnTo>
                    <a:pt x="347234" y="316199"/>
                  </a:lnTo>
                  <a:lnTo>
                    <a:pt x="370383" y="335831"/>
                  </a:lnTo>
                  <a:lnTo>
                    <a:pt x="393532" y="355281"/>
                  </a:lnTo>
                  <a:lnTo>
                    <a:pt x="416681" y="374548"/>
                  </a:lnTo>
                  <a:lnTo>
                    <a:pt x="439830" y="393633"/>
                  </a:lnTo>
                  <a:lnTo>
                    <a:pt x="462979" y="412534"/>
                  </a:lnTo>
                  <a:lnTo>
                    <a:pt x="486128" y="431252"/>
                  </a:lnTo>
                  <a:lnTo>
                    <a:pt x="509277" y="449784"/>
                  </a:lnTo>
                  <a:lnTo>
                    <a:pt x="532425" y="468132"/>
                  </a:lnTo>
                  <a:lnTo>
                    <a:pt x="555574" y="486293"/>
                  </a:lnTo>
                  <a:lnTo>
                    <a:pt x="578723" y="504267"/>
                  </a:lnTo>
                  <a:lnTo>
                    <a:pt x="601872" y="522052"/>
                  </a:lnTo>
                  <a:lnTo>
                    <a:pt x="625021" y="539649"/>
                  </a:lnTo>
                  <a:lnTo>
                    <a:pt x="648170" y="557055"/>
                  </a:lnTo>
                  <a:lnTo>
                    <a:pt x="671319" y="574269"/>
                  </a:lnTo>
                  <a:lnTo>
                    <a:pt x="694468" y="591290"/>
                  </a:lnTo>
                  <a:lnTo>
                    <a:pt x="717617" y="608117"/>
                  </a:lnTo>
                  <a:lnTo>
                    <a:pt x="740766" y="624748"/>
                  </a:lnTo>
                  <a:lnTo>
                    <a:pt x="763915" y="641182"/>
                  </a:lnTo>
                  <a:lnTo>
                    <a:pt x="787064" y="657416"/>
                  </a:lnTo>
                  <a:lnTo>
                    <a:pt x="810213" y="673450"/>
                  </a:lnTo>
                  <a:lnTo>
                    <a:pt x="833362" y="689281"/>
                  </a:lnTo>
                  <a:lnTo>
                    <a:pt x="856511" y="704907"/>
                  </a:lnTo>
                  <a:lnTo>
                    <a:pt x="879660" y="720327"/>
                  </a:lnTo>
                  <a:lnTo>
                    <a:pt x="902809" y="735538"/>
                  </a:lnTo>
                  <a:lnTo>
                    <a:pt x="925958" y="750539"/>
                  </a:lnTo>
                  <a:lnTo>
                    <a:pt x="949107" y="765327"/>
                  </a:lnTo>
                  <a:lnTo>
                    <a:pt x="972256" y="779900"/>
                  </a:lnTo>
                  <a:lnTo>
                    <a:pt x="995405" y="794256"/>
                  </a:lnTo>
                  <a:lnTo>
                    <a:pt x="1018554" y="808394"/>
                  </a:lnTo>
                  <a:lnTo>
                    <a:pt x="1041703" y="822310"/>
                  </a:lnTo>
                  <a:lnTo>
                    <a:pt x="1064851" y="836002"/>
                  </a:lnTo>
                  <a:lnTo>
                    <a:pt x="1088000" y="849469"/>
                  </a:lnTo>
                  <a:lnTo>
                    <a:pt x="1111149" y="862709"/>
                  </a:lnTo>
                  <a:lnTo>
                    <a:pt x="1134298" y="875719"/>
                  </a:lnTo>
                  <a:lnTo>
                    <a:pt x="1157447" y="888498"/>
                  </a:lnTo>
                  <a:lnTo>
                    <a:pt x="1180596" y="901043"/>
                  </a:lnTo>
                  <a:lnTo>
                    <a:pt x="1203745" y="913354"/>
                  </a:lnTo>
                  <a:lnTo>
                    <a:pt x="1226894" y="925429"/>
                  </a:lnTo>
                  <a:lnTo>
                    <a:pt x="1250043" y="937266"/>
                  </a:lnTo>
                  <a:lnTo>
                    <a:pt x="1273192" y="948865"/>
                  </a:lnTo>
                  <a:lnTo>
                    <a:pt x="1296341" y="960225"/>
                  </a:lnTo>
                  <a:lnTo>
                    <a:pt x="1319490" y="971344"/>
                  </a:lnTo>
                  <a:lnTo>
                    <a:pt x="1342639" y="982224"/>
                  </a:lnTo>
                  <a:lnTo>
                    <a:pt x="1365788" y="992864"/>
                  </a:lnTo>
                  <a:lnTo>
                    <a:pt x="1388937" y="1003264"/>
                  </a:lnTo>
                  <a:lnTo>
                    <a:pt x="1412086" y="1013425"/>
                  </a:lnTo>
                  <a:lnTo>
                    <a:pt x="1435235" y="1023348"/>
                  </a:lnTo>
                  <a:lnTo>
                    <a:pt x="1458384" y="1033035"/>
                  </a:lnTo>
                  <a:lnTo>
                    <a:pt x="1481533" y="1042487"/>
                  </a:lnTo>
                  <a:lnTo>
                    <a:pt x="1504682" y="1051706"/>
                  </a:lnTo>
                  <a:lnTo>
                    <a:pt x="1527831" y="1060695"/>
                  </a:lnTo>
                  <a:lnTo>
                    <a:pt x="1550980" y="1069457"/>
                  </a:lnTo>
                  <a:lnTo>
                    <a:pt x="1574129" y="1077994"/>
                  </a:lnTo>
                  <a:lnTo>
                    <a:pt x="1597277" y="1086311"/>
                  </a:lnTo>
                  <a:lnTo>
                    <a:pt x="1620426" y="1094410"/>
                  </a:lnTo>
                  <a:lnTo>
                    <a:pt x="1643575" y="1102296"/>
                  </a:lnTo>
                  <a:lnTo>
                    <a:pt x="1666724" y="1109974"/>
                  </a:lnTo>
                  <a:lnTo>
                    <a:pt x="1689873" y="1117447"/>
                  </a:lnTo>
                  <a:lnTo>
                    <a:pt x="1713022" y="1124721"/>
                  </a:lnTo>
                  <a:lnTo>
                    <a:pt x="1736171" y="1131800"/>
                  </a:lnTo>
                  <a:lnTo>
                    <a:pt x="1759320" y="1138689"/>
                  </a:lnTo>
                  <a:lnTo>
                    <a:pt x="1782469" y="1145394"/>
                  </a:lnTo>
                  <a:lnTo>
                    <a:pt x="1805618" y="1151920"/>
                  </a:lnTo>
                  <a:lnTo>
                    <a:pt x="1828767" y="1158272"/>
                  </a:lnTo>
                  <a:lnTo>
                    <a:pt x="1851916" y="1164455"/>
                  </a:lnTo>
                  <a:lnTo>
                    <a:pt x="1875065" y="1170476"/>
                  </a:lnTo>
                  <a:lnTo>
                    <a:pt x="1898214" y="1176338"/>
                  </a:lnTo>
                  <a:lnTo>
                    <a:pt x="1921363" y="1182048"/>
                  </a:lnTo>
                  <a:lnTo>
                    <a:pt x="1944512" y="1187611"/>
                  </a:lnTo>
                  <a:lnTo>
                    <a:pt x="1967661" y="1193032"/>
                  </a:lnTo>
                  <a:lnTo>
                    <a:pt x="1990810" y="1198316"/>
                  </a:lnTo>
                  <a:lnTo>
                    <a:pt x="2013959" y="1203468"/>
                  </a:lnTo>
                  <a:lnTo>
                    <a:pt x="2037108" y="1208494"/>
                  </a:lnTo>
                  <a:lnTo>
                    <a:pt x="2060257" y="1213397"/>
                  </a:lnTo>
                  <a:lnTo>
                    <a:pt x="2083406" y="1218184"/>
                  </a:lnTo>
                  <a:lnTo>
                    <a:pt x="2106555" y="1222857"/>
                  </a:lnTo>
                  <a:lnTo>
                    <a:pt x="2129703" y="1227422"/>
                  </a:lnTo>
                  <a:lnTo>
                    <a:pt x="2152852" y="1231883"/>
                  </a:lnTo>
                  <a:lnTo>
                    <a:pt x="2176001" y="1236244"/>
                  </a:lnTo>
                  <a:lnTo>
                    <a:pt x="2199150" y="1240510"/>
                  </a:lnTo>
                  <a:lnTo>
                    <a:pt x="2222299" y="1244683"/>
                  </a:lnTo>
                  <a:lnTo>
                    <a:pt x="2245448" y="1248768"/>
                  </a:lnTo>
                  <a:lnTo>
                    <a:pt x="2268597" y="1252768"/>
                  </a:lnTo>
                  <a:lnTo>
                    <a:pt x="2291746" y="1256686"/>
                  </a:lnTo>
                  <a:lnTo>
                    <a:pt x="2314895" y="1260527"/>
                  </a:lnTo>
                  <a:lnTo>
                    <a:pt x="2338044" y="1264292"/>
                  </a:lnTo>
                  <a:lnTo>
                    <a:pt x="2361193" y="1267986"/>
                  </a:lnTo>
                  <a:lnTo>
                    <a:pt x="2384342" y="1271611"/>
                  </a:lnTo>
                  <a:lnTo>
                    <a:pt x="2407491" y="1275169"/>
                  </a:lnTo>
                  <a:lnTo>
                    <a:pt x="2430640" y="1278664"/>
                  </a:lnTo>
                  <a:lnTo>
                    <a:pt x="2453789" y="1282098"/>
                  </a:lnTo>
                  <a:lnTo>
                    <a:pt x="2476938" y="1285474"/>
                  </a:lnTo>
                  <a:lnTo>
                    <a:pt x="2500087" y="1288793"/>
                  </a:lnTo>
                  <a:lnTo>
                    <a:pt x="2523236" y="1292058"/>
                  </a:lnTo>
                  <a:lnTo>
                    <a:pt x="2546385" y="1295271"/>
                  </a:lnTo>
                  <a:lnTo>
                    <a:pt x="2569534" y="1298434"/>
                  </a:lnTo>
                  <a:lnTo>
                    <a:pt x="2592683" y="1301549"/>
                  </a:lnTo>
                  <a:lnTo>
                    <a:pt x="2615832" y="1304618"/>
                  </a:lnTo>
                  <a:lnTo>
                    <a:pt x="2638981" y="1307643"/>
                  </a:lnTo>
                  <a:lnTo>
                    <a:pt x="2662129" y="1310625"/>
                  </a:lnTo>
                  <a:lnTo>
                    <a:pt x="2685278" y="1313566"/>
                  </a:lnTo>
                  <a:lnTo>
                    <a:pt x="2708427" y="1316467"/>
                  </a:lnTo>
                  <a:lnTo>
                    <a:pt x="2731576" y="1319330"/>
                  </a:lnTo>
                  <a:lnTo>
                    <a:pt x="2754725" y="1322157"/>
                  </a:lnTo>
                  <a:lnTo>
                    <a:pt x="2754725" y="2031307"/>
                  </a:lnTo>
                  <a:lnTo>
                    <a:pt x="2731576" y="2022290"/>
                  </a:lnTo>
                  <a:lnTo>
                    <a:pt x="2708427" y="2013237"/>
                  </a:lnTo>
                  <a:lnTo>
                    <a:pt x="2685278" y="2004149"/>
                  </a:lnTo>
                  <a:lnTo>
                    <a:pt x="2662129" y="1995027"/>
                  </a:lnTo>
                  <a:lnTo>
                    <a:pt x="2638981" y="1985872"/>
                  </a:lnTo>
                  <a:lnTo>
                    <a:pt x="2615832" y="1976685"/>
                  </a:lnTo>
                  <a:lnTo>
                    <a:pt x="2592683" y="1967468"/>
                  </a:lnTo>
                  <a:lnTo>
                    <a:pt x="2569534" y="1958221"/>
                  </a:lnTo>
                  <a:lnTo>
                    <a:pt x="2546385" y="1948946"/>
                  </a:lnTo>
                  <a:lnTo>
                    <a:pt x="2523236" y="1939645"/>
                  </a:lnTo>
                  <a:lnTo>
                    <a:pt x="2500087" y="1930318"/>
                  </a:lnTo>
                  <a:lnTo>
                    <a:pt x="2476938" y="1920968"/>
                  </a:lnTo>
                  <a:lnTo>
                    <a:pt x="2453789" y="1911595"/>
                  </a:lnTo>
                  <a:lnTo>
                    <a:pt x="2430640" y="1902203"/>
                  </a:lnTo>
                  <a:lnTo>
                    <a:pt x="2407491" y="1892793"/>
                  </a:lnTo>
                  <a:lnTo>
                    <a:pt x="2384342" y="1883366"/>
                  </a:lnTo>
                  <a:lnTo>
                    <a:pt x="2361193" y="1873925"/>
                  </a:lnTo>
                  <a:lnTo>
                    <a:pt x="2338044" y="1864472"/>
                  </a:lnTo>
                  <a:lnTo>
                    <a:pt x="2314895" y="1855010"/>
                  </a:lnTo>
                  <a:lnTo>
                    <a:pt x="2291746" y="1845541"/>
                  </a:lnTo>
                  <a:lnTo>
                    <a:pt x="2268597" y="1836067"/>
                  </a:lnTo>
                  <a:lnTo>
                    <a:pt x="2245448" y="1826591"/>
                  </a:lnTo>
                  <a:lnTo>
                    <a:pt x="2222299" y="1817117"/>
                  </a:lnTo>
                  <a:lnTo>
                    <a:pt x="2199150" y="1807646"/>
                  </a:lnTo>
                  <a:lnTo>
                    <a:pt x="2176001" y="1798183"/>
                  </a:lnTo>
                  <a:lnTo>
                    <a:pt x="2152852" y="1788730"/>
                  </a:lnTo>
                  <a:lnTo>
                    <a:pt x="2129703" y="1779291"/>
                  </a:lnTo>
                  <a:lnTo>
                    <a:pt x="2106555" y="1769870"/>
                  </a:lnTo>
                  <a:lnTo>
                    <a:pt x="2083406" y="1760469"/>
                  </a:lnTo>
                  <a:lnTo>
                    <a:pt x="2060257" y="1751094"/>
                  </a:lnTo>
                  <a:lnTo>
                    <a:pt x="2037108" y="1741747"/>
                  </a:lnTo>
                  <a:lnTo>
                    <a:pt x="2013959" y="1732434"/>
                  </a:lnTo>
                  <a:lnTo>
                    <a:pt x="1990810" y="1723157"/>
                  </a:lnTo>
                  <a:lnTo>
                    <a:pt x="1967661" y="1713922"/>
                  </a:lnTo>
                  <a:lnTo>
                    <a:pt x="1944512" y="1704733"/>
                  </a:lnTo>
                  <a:lnTo>
                    <a:pt x="1921363" y="1695595"/>
                  </a:lnTo>
                  <a:lnTo>
                    <a:pt x="1898214" y="1686511"/>
                  </a:lnTo>
                  <a:lnTo>
                    <a:pt x="1875065" y="1677487"/>
                  </a:lnTo>
                  <a:lnTo>
                    <a:pt x="1851916" y="1668528"/>
                  </a:lnTo>
                  <a:lnTo>
                    <a:pt x="1828767" y="1659637"/>
                  </a:lnTo>
                  <a:lnTo>
                    <a:pt x="1805618" y="1650821"/>
                  </a:lnTo>
                  <a:lnTo>
                    <a:pt x="1782469" y="1642082"/>
                  </a:lnTo>
                  <a:lnTo>
                    <a:pt x="1759320" y="1633427"/>
                  </a:lnTo>
                  <a:lnTo>
                    <a:pt x="1736171" y="1624860"/>
                  </a:lnTo>
                  <a:lnTo>
                    <a:pt x="1713022" y="1616385"/>
                  </a:lnTo>
                  <a:lnTo>
                    <a:pt x="1689873" y="1608007"/>
                  </a:lnTo>
                  <a:lnTo>
                    <a:pt x="1666724" y="1599730"/>
                  </a:lnTo>
                  <a:lnTo>
                    <a:pt x="1643575" y="1591558"/>
                  </a:lnTo>
                  <a:lnTo>
                    <a:pt x="1620426" y="1583494"/>
                  </a:lnTo>
                  <a:lnTo>
                    <a:pt x="1597277" y="1575543"/>
                  </a:lnTo>
                  <a:lnTo>
                    <a:pt x="1574129" y="1567707"/>
                  </a:lnTo>
                  <a:lnTo>
                    <a:pt x="1550980" y="1559990"/>
                  </a:lnTo>
                  <a:lnTo>
                    <a:pt x="1527831" y="1552394"/>
                  </a:lnTo>
                  <a:lnTo>
                    <a:pt x="1504682" y="1544923"/>
                  </a:lnTo>
                  <a:lnTo>
                    <a:pt x="1481533" y="1537577"/>
                  </a:lnTo>
                  <a:lnTo>
                    <a:pt x="1458384" y="1530359"/>
                  </a:lnTo>
                  <a:lnTo>
                    <a:pt x="1435235" y="1523270"/>
                  </a:lnTo>
                  <a:lnTo>
                    <a:pt x="1412086" y="1516312"/>
                  </a:lnTo>
                  <a:lnTo>
                    <a:pt x="1388937" y="1509484"/>
                  </a:lnTo>
                  <a:lnTo>
                    <a:pt x="1365788" y="1502787"/>
                  </a:lnTo>
                  <a:lnTo>
                    <a:pt x="1342639" y="1496221"/>
                  </a:lnTo>
                  <a:lnTo>
                    <a:pt x="1319490" y="1489785"/>
                  </a:lnTo>
                  <a:lnTo>
                    <a:pt x="1296341" y="1483480"/>
                  </a:lnTo>
                  <a:lnTo>
                    <a:pt x="1273192" y="1477303"/>
                  </a:lnTo>
                  <a:lnTo>
                    <a:pt x="1250043" y="1471254"/>
                  </a:lnTo>
                  <a:lnTo>
                    <a:pt x="1226894" y="1465332"/>
                  </a:lnTo>
                  <a:lnTo>
                    <a:pt x="1203745" y="1459533"/>
                  </a:lnTo>
                  <a:lnTo>
                    <a:pt x="1180596" y="1453856"/>
                  </a:lnTo>
                  <a:lnTo>
                    <a:pt x="1157447" y="1448300"/>
                  </a:lnTo>
                  <a:lnTo>
                    <a:pt x="1134298" y="1442861"/>
                  </a:lnTo>
                  <a:lnTo>
                    <a:pt x="1111149" y="1437537"/>
                  </a:lnTo>
                  <a:lnTo>
                    <a:pt x="1088000" y="1432325"/>
                  </a:lnTo>
                  <a:lnTo>
                    <a:pt x="1064851" y="1427223"/>
                  </a:lnTo>
                  <a:lnTo>
                    <a:pt x="1041703" y="1422227"/>
                  </a:lnTo>
                  <a:lnTo>
                    <a:pt x="1018554" y="1417336"/>
                  </a:lnTo>
                  <a:lnTo>
                    <a:pt x="995405" y="1412545"/>
                  </a:lnTo>
                  <a:lnTo>
                    <a:pt x="972256" y="1407852"/>
                  </a:lnTo>
                  <a:lnTo>
                    <a:pt x="949107" y="1403254"/>
                  </a:lnTo>
                  <a:lnTo>
                    <a:pt x="925958" y="1398747"/>
                  </a:lnTo>
                  <a:lnTo>
                    <a:pt x="902809" y="1394330"/>
                  </a:lnTo>
                  <a:lnTo>
                    <a:pt x="879660" y="1389998"/>
                  </a:lnTo>
                  <a:lnTo>
                    <a:pt x="856511" y="1385749"/>
                  </a:lnTo>
                  <a:lnTo>
                    <a:pt x="833362" y="1381581"/>
                  </a:lnTo>
                  <a:lnTo>
                    <a:pt x="810213" y="1377490"/>
                  </a:lnTo>
                  <a:lnTo>
                    <a:pt x="787064" y="1373473"/>
                  </a:lnTo>
                  <a:lnTo>
                    <a:pt x="763915" y="1369528"/>
                  </a:lnTo>
                  <a:lnTo>
                    <a:pt x="740766" y="1365653"/>
                  </a:lnTo>
                  <a:lnTo>
                    <a:pt x="717617" y="1361844"/>
                  </a:lnTo>
                  <a:lnTo>
                    <a:pt x="694468" y="1358099"/>
                  </a:lnTo>
                  <a:lnTo>
                    <a:pt x="671319" y="1354417"/>
                  </a:lnTo>
                  <a:lnTo>
                    <a:pt x="648170" y="1350793"/>
                  </a:lnTo>
                  <a:lnTo>
                    <a:pt x="625021" y="1347227"/>
                  </a:lnTo>
                  <a:lnTo>
                    <a:pt x="601872" y="1343716"/>
                  </a:lnTo>
                  <a:lnTo>
                    <a:pt x="578723" y="1340258"/>
                  </a:lnTo>
                  <a:lnTo>
                    <a:pt x="555574" y="1336851"/>
                  </a:lnTo>
                  <a:lnTo>
                    <a:pt x="532425" y="1333492"/>
                  </a:lnTo>
                  <a:lnTo>
                    <a:pt x="509277" y="1330181"/>
                  </a:lnTo>
                  <a:lnTo>
                    <a:pt x="486128" y="1326915"/>
                  </a:lnTo>
                  <a:lnTo>
                    <a:pt x="462979" y="1323693"/>
                  </a:lnTo>
                  <a:lnTo>
                    <a:pt x="439830" y="1320513"/>
                  </a:lnTo>
                  <a:lnTo>
                    <a:pt x="416681" y="1317373"/>
                  </a:lnTo>
                  <a:lnTo>
                    <a:pt x="393532" y="1314272"/>
                  </a:lnTo>
                  <a:lnTo>
                    <a:pt x="370383" y="1311207"/>
                  </a:lnTo>
                  <a:lnTo>
                    <a:pt x="347234" y="1308179"/>
                  </a:lnTo>
                  <a:lnTo>
                    <a:pt x="324085" y="1305186"/>
                  </a:lnTo>
                  <a:lnTo>
                    <a:pt x="300936" y="1302225"/>
                  </a:lnTo>
                  <a:lnTo>
                    <a:pt x="277787" y="1299297"/>
                  </a:lnTo>
                  <a:lnTo>
                    <a:pt x="254638" y="1296399"/>
                  </a:lnTo>
                  <a:lnTo>
                    <a:pt x="231489" y="1293531"/>
                  </a:lnTo>
                  <a:lnTo>
                    <a:pt x="208340" y="1290691"/>
                  </a:lnTo>
                  <a:lnTo>
                    <a:pt x="185191" y="1287879"/>
                  </a:lnTo>
                  <a:lnTo>
                    <a:pt x="162042" y="1285093"/>
                  </a:lnTo>
                  <a:lnTo>
                    <a:pt x="138893" y="1282332"/>
                  </a:lnTo>
                  <a:lnTo>
                    <a:pt x="115744" y="1279596"/>
                  </a:lnTo>
                  <a:lnTo>
                    <a:pt x="92595" y="1276884"/>
                  </a:lnTo>
                  <a:lnTo>
                    <a:pt x="69446" y="1274195"/>
                  </a:lnTo>
                  <a:lnTo>
                    <a:pt x="46297" y="1271527"/>
                  </a:lnTo>
                  <a:lnTo>
                    <a:pt x="23148" y="1268880"/>
                  </a:lnTo>
                  <a:lnTo>
                    <a:pt x="0" y="1266254"/>
                  </a:lnTo>
                  <a:close/>
                </a:path>
              </a:pathLst>
            </a:custGeom>
            <a:solidFill>
              <a:srgbClr val="0072B2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65032" y="1134457"/>
              <a:ext cx="2754725" cy="1322157"/>
            </a:xfrm>
            <a:custGeom>
              <a:avLst/>
              <a:pathLst>
                <a:path w="2754725" h="1322157">
                  <a:moveTo>
                    <a:pt x="0" y="0"/>
                  </a:moveTo>
                  <a:lnTo>
                    <a:pt x="23148" y="22349"/>
                  </a:lnTo>
                  <a:lnTo>
                    <a:pt x="46297" y="44516"/>
                  </a:lnTo>
                  <a:lnTo>
                    <a:pt x="69446" y="66501"/>
                  </a:lnTo>
                  <a:lnTo>
                    <a:pt x="92595" y="88304"/>
                  </a:lnTo>
                  <a:lnTo>
                    <a:pt x="115744" y="109926"/>
                  </a:lnTo>
                  <a:lnTo>
                    <a:pt x="138893" y="131367"/>
                  </a:lnTo>
                  <a:lnTo>
                    <a:pt x="162042" y="152627"/>
                  </a:lnTo>
                  <a:lnTo>
                    <a:pt x="185191" y="173706"/>
                  </a:lnTo>
                  <a:lnTo>
                    <a:pt x="208340" y="194605"/>
                  </a:lnTo>
                  <a:lnTo>
                    <a:pt x="231489" y="215323"/>
                  </a:lnTo>
                  <a:lnTo>
                    <a:pt x="254638" y="235860"/>
                  </a:lnTo>
                  <a:lnTo>
                    <a:pt x="277787" y="256216"/>
                  </a:lnTo>
                  <a:lnTo>
                    <a:pt x="300936" y="276391"/>
                  </a:lnTo>
                  <a:lnTo>
                    <a:pt x="324085" y="296386"/>
                  </a:lnTo>
                  <a:lnTo>
                    <a:pt x="347234" y="316199"/>
                  </a:lnTo>
                  <a:lnTo>
                    <a:pt x="370383" y="335831"/>
                  </a:lnTo>
                  <a:lnTo>
                    <a:pt x="393532" y="355281"/>
                  </a:lnTo>
                  <a:lnTo>
                    <a:pt x="416681" y="374548"/>
                  </a:lnTo>
                  <a:lnTo>
                    <a:pt x="439830" y="393633"/>
                  </a:lnTo>
                  <a:lnTo>
                    <a:pt x="462979" y="412534"/>
                  </a:lnTo>
                  <a:lnTo>
                    <a:pt x="486128" y="431252"/>
                  </a:lnTo>
                  <a:lnTo>
                    <a:pt x="509277" y="449784"/>
                  </a:lnTo>
                  <a:lnTo>
                    <a:pt x="532425" y="468132"/>
                  </a:lnTo>
                  <a:lnTo>
                    <a:pt x="555574" y="486293"/>
                  </a:lnTo>
                  <a:lnTo>
                    <a:pt x="578723" y="504267"/>
                  </a:lnTo>
                  <a:lnTo>
                    <a:pt x="601872" y="522052"/>
                  </a:lnTo>
                  <a:lnTo>
                    <a:pt x="625021" y="539649"/>
                  </a:lnTo>
                  <a:lnTo>
                    <a:pt x="648170" y="557055"/>
                  </a:lnTo>
                  <a:lnTo>
                    <a:pt x="671319" y="574269"/>
                  </a:lnTo>
                  <a:lnTo>
                    <a:pt x="694468" y="591290"/>
                  </a:lnTo>
                  <a:lnTo>
                    <a:pt x="717617" y="608117"/>
                  </a:lnTo>
                  <a:lnTo>
                    <a:pt x="740766" y="624748"/>
                  </a:lnTo>
                  <a:lnTo>
                    <a:pt x="763915" y="641182"/>
                  </a:lnTo>
                  <a:lnTo>
                    <a:pt x="787064" y="657416"/>
                  </a:lnTo>
                  <a:lnTo>
                    <a:pt x="810213" y="673450"/>
                  </a:lnTo>
                  <a:lnTo>
                    <a:pt x="833362" y="689281"/>
                  </a:lnTo>
                  <a:lnTo>
                    <a:pt x="856511" y="704907"/>
                  </a:lnTo>
                  <a:lnTo>
                    <a:pt x="879660" y="720327"/>
                  </a:lnTo>
                  <a:lnTo>
                    <a:pt x="902809" y="735538"/>
                  </a:lnTo>
                  <a:lnTo>
                    <a:pt x="925958" y="750539"/>
                  </a:lnTo>
                  <a:lnTo>
                    <a:pt x="949107" y="765327"/>
                  </a:lnTo>
                  <a:lnTo>
                    <a:pt x="972256" y="779900"/>
                  </a:lnTo>
                  <a:lnTo>
                    <a:pt x="995405" y="794256"/>
                  </a:lnTo>
                  <a:lnTo>
                    <a:pt x="1018554" y="808394"/>
                  </a:lnTo>
                  <a:lnTo>
                    <a:pt x="1041703" y="822310"/>
                  </a:lnTo>
                  <a:lnTo>
                    <a:pt x="1064851" y="836002"/>
                  </a:lnTo>
                  <a:lnTo>
                    <a:pt x="1088000" y="849469"/>
                  </a:lnTo>
                  <a:lnTo>
                    <a:pt x="1111149" y="862709"/>
                  </a:lnTo>
                  <a:lnTo>
                    <a:pt x="1134298" y="875719"/>
                  </a:lnTo>
                  <a:lnTo>
                    <a:pt x="1157447" y="888498"/>
                  </a:lnTo>
                  <a:lnTo>
                    <a:pt x="1180596" y="901043"/>
                  </a:lnTo>
                  <a:lnTo>
                    <a:pt x="1203745" y="913354"/>
                  </a:lnTo>
                  <a:lnTo>
                    <a:pt x="1226894" y="925429"/>
                  </a:lnTo>
                  <a:lnTo>
                    <a:pt x="1250043" y="937266"/>
                  </a:lnTo>
                  <a:lnTo>
                    <a:pt x="1273192" y="948865"/>
                  </a:lnTo>
                  <a:lnTo>
                    <a:pt x="1296341" y="960225"/>
                  </a:lnTo>
                  <a:lnTo>
                    <a:pt x="1319490" y="971344"/>
                  </a:lnTo>
                  <a:lnTo>
                    <a:pt x="1342639" y="982224"/>
                  </a:lnTo>
                  <a:lnTo>
                    <a:pt x="1365788" y="992864"/>
                  </a:lnTo>
                  <a:lnTo>
                    <a:pt x="1388937" y="1003264"/>
                  </a:lnTo>
                  <a:lnTo>
                    <a:pt x="1412086" y="1013425"/>
                  </a:lnTo>
                  <a:lnTo>
                    <a:pt x="1435235" y="1023348"/>
                  </a:lnTo>
                  <a:lnTo>
                    <a:pt x="1458384" y="1033035"/>
                  </a:lnTo>
                  <a:lnTo>
                    <a:pt x="1481533" y="1042487"/>
                  </a:lnTo>
                  <a:lnTo>
                    <a:pt x="1504682" y="1051706"/>
                  </a:lnTo>
                  <a:lnTo>
                    <a:pt x="1527831" y="1060695"/>
                  </a:lnTo>
                  <a:lnTo>
                    <a:pt x="1550980" y="1069457"/>
                  </a:lnTo>
                  <a:lnTo>
                    <a:pt x="1574129" y="1077994"/>
                  </a:lnTo>
                  <a:lnTo>
                    <a:pt x="1597277" y="1086311"/>
                  </a:lnTo>
                  <a:lnTo>
                    <a:pt x="1620426" y="1094410"/>
                  </a:lnTo>
                  <a:lnTo>
                    <a:pt x="1643575" y="1102296"/>
                  </a:lnTo>
                  <a:lnTo>
                    <a:pt x="1666724" y="1109974"/>
                  </a:lnTo>
                  <a:lnTo>
                    <a:pt x="1689873" y="1117447"/>
                  </a:lnTo>
                  <a:lnTo>
                    <a:pt x="1713022" y="1124721"/>
                  </a:lnTo>
                  <a:lnTo>
                    <a:pt x="1736171" y="1131800"/>
                  </a:lnTo>
                  <a:lnTo>
                    <a:pt x="1759320" y="1138689"/>
                  </a:lnTo>
                  <a:lnTo>
                    <a:pt x="1782469" y="1145394"/>
                  </a:lnTo>
                  <a:lnTo>
                    <a:pt x="1805618" y="1151920"/>
                  </a:lnTo>
                  <a:lnTo>
                    <a:pt x="1828767" y="1158272"/>
                  </a:lnTo>
                  <a:lnTo>
                    <a:pt x="1851916" y="1164455"/>
                  </a:lnTo>
                  <a:lnTo>
                    <a:pt x="1875065" y="1170476"/>
                  </a:lnTo>
                  <a:lnTo>
                    <a:pt x="1898214" y="1176338"/>
                  </a:lnTo>
                  <a:lnTo>
                    <a:pt x="1921363" y="1182048"/>
                  </a:lnTo>
                  <a:lnTo>
                    <a:pt x="1944512" y="1187611"/>
                  </a:lnTo>
                  <a:lnTo>
                    <a:pt x="1967661" y="1193032"/>
                  </a:lnTo>
                  <a:lnTo>
                    <a:pt x="1990810" y="1198316"/>
                  </a:lnTo>
                  <a:lnTo>
                    <a:pt x="2013959" y="1203468"/>
                  </a:lnTo>
                  <a:lnTo>
                    <a:pt x="2037108" y="1208494"/>
                  </a:lnTo>
                  <a:lnTo>
                    <a:pt x="2060257" y="1213397"/>
                  </a:lnTo>
                  <a:lnTo>
                    <a:pt x="2083406" y="1218184"/>
                  </a:lnTo>
                  <a:lnTo>
                    <a:pt x="2106555" y="1222857"/>
                  </a:lnTo>
                  <a:lnTo>
                    <a:pt x="2129703" y="1227422"/>
                  </a:lnTo>
                  <a:lnTo>
                    <a:pt x="2152852" y="1231883"/>
                  </a:lnTo>
                  <a:lnTo>
                    <a:pt x="2176001" y="1236244"/>
                  </a:lnTo>
                  <a:lnTo>
                    <a:pt x="2199150" y="1240510"/>
                  </a:lnTo>
                  <a:lnTo>
                    <a:pt x="2222299" y="1244683"/>
                  </a:lnTo>
                  <a:lnTo>
                    <a:pt x="2245448" y="1248768"/>
                  </a:lnTo>
                  <a:lnTo>
                    <a:pt x="2268597" y="1252768"/>
                  </a:lnTo>
                  <a:lnTo>
                    <a:pt x="2291746" y="1256686"/>
                  </a:lnTo>
                  <a:lnTo>
                    <a:pt x="2314895" y="1260527"/>
                  </a:lnTo>
                  <a:lnTo>
                    <a:pt x="2338044" y="1264292"/>
                  </a:lnTo>
                  <a:lnTo>
                    <a:pt x="2361193" y="1267986"/>
                  </a:lnTo>
                  <a:lnTo>
                    <a:pt x="2384342" y="1271611"/>
                  </a:lnTo>
                  <a:lnTo>
                    <a:pt x="2407491" y="1275169"/>
                  </a:lnTo>
                  <a:lnTo>
                    <a:pt x="2430640" y="1278664"/>
                  </a:lnTo>
                  <a:lnTo>
                    <a:pt x="2453789" y="1282098"/>
                  </a:lnTo>
                  <a:lnTo>
                    <a:pt x="2476938" y="1285474"/>
                  </a:lnTo>
                  <a:lnTo>
                    <a:pt x="2500087" y="1288793"/>
                  </a:lnTo>
                  <a:lnTo>
                    <a:pt x="2523236" y="1292058"/>
                  </a:lnTo>
                  <a:lnTo>
                    <a:pt x="2546385" y="1295271"/>
                  </a:lnTo>
                  <a:lnTo>
                    <a:pt x="2569534" y="1298434"/>
                  </a:lnTo>
                  <a:lnTo>
                    <a:pt x="2592683" y="1301549"/>
                  </a:lnTo>
                  <a:lnTo>
                    <a:pt x="2615832" y="1304618"/>
                  </a:lnTo>
                  <a:lnTo>
                    <a:pt x="2638981" y="1307643"/>
                  </a:lnTo>
                  <a:lnTo>
                    <a:pt x="2662129" y="1310625"/>
                  </a:lnTo>
                  <a:lnTo>
                    <a:pt x="2685278" y="1313566"/>
                  </a:lnTo>
                  <a:lnTo>
                    <a:pt x="2708427" y="1316467"/>
                  </a:lnTo>
                  <a:lnTo>
                    <a:pt x="2731576" y="1319330"/>
                  </a:lnTo>
                  <a:lnTo>
                    <a:pt x="2754725" y="13221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65032" y="2400712"/>
              <a:ext cx="2754725" cy="765052"/>
            </a:xfrm>
            <a:custGeom>
              <a:avLst/>
              <a:pathLst>
                <a:path w="2754725" h="765052">
                  <a:moveTo>
                    <a:pt x="2754725" y="765052"/>
                  </a:moveTo>
                  <a:lnTo>
                    <a:pt x="2731576" y="756035"/>
                  </a:lnTo>
                  <a:lnTo>
                    <a:pt x="2708427" y="746982"/>
                  </a:lnTo>
                  <a:lnTo>
                    <a:pt x="2685278" y="737894"/>
                  </a:lnTo>
                  <a:lnTo>
                    <a:pt x="2662129" y="728772"/>
                  </a:lnTo>
                  <a:lnTo>
                    <a:pt x="2638981" y="719617"/>
                  </a:lnTo>
                  <a:lnTo>
                    <a:pt x="2615832" y="710430"/>
                  </a:lnTo>
                  <a:lnTo>
                    <a:pt x="2592683" y="701213"/>
                  </a:lnTo>
                  <a:lnTo>
                    <a:pt x="2569534" y="691966"/>
                  </a:lnTo>
                  <a:lnTo>
                    <a:pt x="2546385" y="682691"/>
                  </a:lnTo>
                  <a:lnTo>
                    <a:pt x="2523236" y="673390"/>
                  </a:lnTo>
                  <a:lnTo>
                    <a:pt x="2500087" y="664063"/>
                  </a:lnTo>
                  <a:lnTo>
                    <a:pt x="2476938" y="654713"/>
                  </a:lnTo>
                  <a:lnTo>
                    <a:pt x="2453789" y="645341"/>
                  </a:lnTo>
                  <a:lnTo>
                    <a:pt x="2430640" y="635948"/>
                  </a:lnTo>
                  <a:lnTo>
                    <a:pt x="2407491" y="626538"/>
                  </a:lnTo>
                  <a:lnTo>
                    <a:pt x="2384342" y="617111"/>
                  </a:lnTo>
                  <a:lnTo>
                    <a:pt x="2361193" y="607670"/>
                  </a:lnTo>
                  <a:lnTo>
                    <a:pt x="2338044" y="598218"/>
                  </a:lnTo>
                  <a:lnTo>
                    <a:pt x="2314895" y="588755"/>
                  </a:lnTo>
                  <a:lnTo>
                    <a:pt x="2291746" y="579286"/>
                  </a:lnTo>
                  <a:lnTo>
                    <a:pt x="2268597" y="569812"/>
                  </a:lnTo>
                  <a:lnTo>
                    <a:pt x="2245448" y="560336"/>
                  </a:lnTo>
                  <a:lnTo>
                    <a:pt x="2222299" y="550862"/>
                  </a:lnTo>
                  <a:lnTo>
                    <a:pt x="2199150" y="541391"/>
                  </a:lnTo>
                  <a:lnTo>
                    <a:pt x="2176001" y="531928"/>
                  </a:lnTo>
                  <a:lnTo>
                    <a:pt x="2152852" y="522475"/>
                  </a:lnTo>
                  <a:lnTo>
                    <a:pt x="2129703" y="513036"/>
                  </a:lnTo>
                  <a:lnTo>
                    <a:pt x="2106555" y="503615"/>
                  </a:lnTo>
                  <a:lnTo>
                    <a:pt x="2083406" y="494214"/>
                  </a:lnTo>
                  <a:lnTo>
                    <a:pt x="2060257" y="484839"/>
                  </a:lnTo>
                  <a:lnTo>
                    <a:pt x="2037108" y="475492"/>
                  </a:lnTo>
                  <a:lnTo>
                    <a:pt x="2013959" y="466179"/>
                  </a:lnTo>
                  <a:lnTo>
                    <a:pt x="1990810" y="456902"/>
                  </a:lnTo>
                  <a:lnTo>
                    <a:pt x="1967661" y="447667"/>
                  </a:lnTo>
                  <a:lnTo>
                    <a:pt x="1944512" y="438478"/>
                  </a:lnTo>
                  <a:lnTo>
                    <a:pt x="1921363" y="429340"/>
                  </a:lnTo>
                  <a:lnTo>
                    <a:pt x="1898214" y="420256"/>
                  </a:lnTo>
                  <a:lnTo>
                    <a:pt x="1875065" y="411232"/>
                  </a:lnTo>
                  <a:lnTo>
                    <a:pt x="1851916" y="402273"/>
                  </a:lnTo>
                  <a:lnTo>
                    <a:pt x="1828767" y="393382"/>
                  </a:lnTo>
                  <a:lnTo>
                    <a:pt x="1805618" y="384566"/>
                  </a:lnTo>
                  <a:lnTo>
                    <a:pt x="1782469" y="375828"/>
                  </a:lnTo>
                  <a:lnTo>
                    <a:pt x="1759320" y="367173"/>
                  </a:lnTo>
                  <a:lnTo>
                    <a:pt x="1736171" y="358606"/>
                  </a:lnTo>
                  <a:lnTo>
                    <a:pt x="1713022" y="350131"/>
                  </a:lnTo>
                  <a:lnTo>
                    <a:pt x="1689873" y="341752"/>
                  </a:lnTo>
                  <a:lnTo>
                    <a:pt x="1666724" y="333475"/>
                  </a:lnTo>
                  <a:lnTo>
                    <a:pt x="1643575" y="325303"/>
                  </a:lnTo>
                  <a:lnTo>
                    <a:pt x="1620426" y="317239"/>
                  </a:lnTo>
                  <a:lnTo>
                    <a:pt x="1597277" y="309288"/>
                  </a:lnTo>
                  <a:lnTo>
                    <a:pt x="1574129" y="301452"/>
                  </a:lnTo>
                  <a:lnTo>
                    <a:pt x="1550980" y="293735"/>
                  </a:lnTo>
                  <a:lnTo>
                    <a:pt x="1527831" y="286140"/>
                  </a:lnTo>
                  <a:lnTo>
                    <a:pt x="1504682" y="278668"/>
                  </a:lnTo>
                  <a:lnTo>
                    <a:pt x="1481533" y="271322"/>
                  </a:lnTo>
                  <a:lnTo>
                    <a:pt x="1458384" y="264105"/>
                  </a:lnTo>
                  <a:lnTo>
                    <a:pt x="1435235" y="257016"/>
                  </a:lnTo>
                  <a:lnTo>
                    <a:pt x="1412086" y="250057"/>
                  </a:lnTo>
                  <a:lnTo>
                    <a:pt x="1388937" y="243229"/>
                  </a:lnTo>
                  <a:lnTo>
                    <a:pt x="1365788" y="236532"/>
                  </a:lnTo>
                  <a:lnTo>
                    <a:pt x="1342639" y="229966"/>
                  </a:lnTo>
                  <a:lnTo>
                    <a:pt x="1319490" y="223531"/>
                  </a:lnTo>
                  <a:lnTo>
                    <a:pt x="1296341" y="217225"/>
                  </a:lnTo>
                  <a:lnTo>
                    <a:pt x="1273192" y="211049"/>
                  </a:lnTo>
                  <a:lnTo>
                    <a:pt x="1250043" y="205000"/>
                  </a:lnTo>
                  <a:lnTo>
                    <a:pt x="1226894" y="199077"/>
                  </a:lnTo>
                  <a:lnTo>
                    <a:pt x="1203745" y="193278"/>
                  </a:lnTo>
                  <a:lnTo>
                    <a:pt x="1180596" y="187601"/>
                  </a:lnTo>
                  <a:lnTo>
                    <a:pt x="1157447" y="182045"/>
                  </a:lnTo>
                  <a:lnTo>
                    <a:pt x="1134298" y="176606"/>
                  </a:lnTo>
                  <a:lnTo>
                    <a:pt x="1111149" y="171282"/>
                  </a:lnTo>
                  <a:lnTo>
                    <a:pt x="1088000" y="166070"/>
                  </a:lnTo>
                  <a:lnTo>
                    <a:pt x="1064851" y="160968"/>
                  </a:lnTo>
                  <a:lnTo>
                    <a:pt x="1041703" y="155972"/>
                  </a:lnTo>
                  <a:lnTo>
                    <a:pt x="1018554" y="151081"/>
                  </a:lnTo>
                  <a:lnTo>
                    <a:pt x="995405" y="146290"/>
                  </a:lnTo>
                  <a:lnTo>
                    <a:pt x="972256" y="141597"/>
                  </a:lnTo>
                  <a:lnTo>
                    <a:pt x="949107" y="136999"/>
                  </a:lnTo>
                  <a:lnTo>
                    <a:pt x="925958" y="132492"/>
                  </a:lnTo>
                  <a:lnTo>
                    <a:pt x="902809" y="128075"/>
                  </a:lnTo>
                  <a:lnTo>
                    <a:pt x="879660" y="123743"/>
                  </a:lnTo>
                  <a:lnTo>
                    <a:pt x="856511" y="119495"/>
                  </a:lnTo>
                  <a:lnTo>
                    <a:pt x="833362" y="115326"/>
                  </a:lnTo>
                  <a:lnTo>
                    <a:pt x="810213" y="111235"/>
                  </a:lnTo>
                  <a:lnTo>
                    <a:pt x="787064" y="107218"/>
                  </a:lnTo>
                  <a:lnTo>
                    <a:pt x="763915" y="103274"/>
                  </a:lnTo>
                  <a:lnTo>
                    <a:pt x="740766" y="99398"/>
                  </a:lnTo>
                  <a:lnTo>
                    <a:pt x="717617" y="95589"/>
                  </a:lnTo>
                  <a:lnTo>
                    <a:pt x="694468" y="91845"/>
                  </a:lnTo>
                  <a:lnTo>
                    <a:pt x="671319" y="88162"/>
                  </a:lnTo>
                  <a:lnTo>
                    <a:pt x="648170" y="84538"/>
                  </a:lnTo>
                  <a:lnTo>
                    <a:pt x="625021" y="80972"/>
                  </a:lnTo>
                  <a:lnTo>
                    <a:pt x="601872" y="77461"/>
                  </a:lnTo>
                  <a:lnTo>
                    <a:pt x="578723" y="74003"/>
                  </a:lnTo>
                  <a:lnTo>
                    <a:pt x="555574" y="70596"/>
                  </a:lnTo>
                  <a:lnTo>
                    <a:pt x="532425" y="67238"/>
                  </a:lnTo>
                  <a:lnTo>
                    <a:pt x="509277" y="63927"/>
                  </a:lnTo>
                  <a:lnTo>
                    <a:pt x="486128" y="60661"/>
                  </a:lnTo>
                  <a:lnTo>
                    <a:pt x="462979" y="57438"/>
                  </a:lnTo>
                  <a:lnTo>
                    <a:pt x="439830" y="54258"/>
                  </a:lnTo>
                  <a:lnTo>
                    <a:pt x="416681" y="51118"/>
                  </a:lnTo>
                  <a:lnTo>
                    <a:pt x="393532" y="48017"/>
                  </a:lnTo>
                  <a:lnTo>
                    <a:pt x="370383" y="44953"/>
                  </a:lnTo>
                  <a:lnTo>
                    <a:pt x="347234" y="41925"/>
                  </a:lnTo>
                  <a:lnTo>
                    <a:pt x="324085" y="38931"/>
                  </a:lnTo>
                  <a:lnTo>
                    <a:pt x="300936" y="35970"/>
                  </a:lnTo>
                  <a:lnTo>
                    <a:pt x="277787" y="33042"/>
                  </a:lnTo>
                  <a:lnTo>
                    <a:pt x="254638" y="30144"/>
                  </a:lnTo>
                  <a:lnTo>
                    <a:pt x="231489" y="27276"/>
                  </a:lnTo>
                  <a:lnTo>
                    <a:pt x="208340" y="24436"/>
                  </a:lnTo>
                  <a:lnTo>
                    <a:pt x="185191" y="21624"/>
                  </a:lnTo>
                  <a:lnTo>
                    <a:pt x="162042" y="18838"/>
                  </a:lnTo>
                  <a:lnTo>
                    <a:pt x="138893" y="16078"/>
                  </a:lnTo>
                  <a:lnTo>
                    <a:pt x="115744" y="13342"/>
                  </a:lnTo>
                  <a:lnTo>
                    <a:pt x="92595" y="10629"/>
                  </a:lnTo>
                  <a:lnTo>
                    <a:pt x="69446" y="7940"/>
                  </a:lnTo>
                  <a:lnTo>
                    <a:pt x="46297" y="5272"/>
                  </a:lnTo>
                  <a:lnTo>
                    <a:pt x="23148" y="26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65032" y="1840044"/>
              <a:ext cx="2754725" cy="1007260"/>
            </a:xfrm>
            <a:custGeom>
              <a:avLst/>
              <a:pathLst>
                <a:path w="2754725" h="1007260">
                  <a:moveTo>
                    <a:pt x="0" y="0"/>
                  </a:moveTo>
                  <a:lnTo>
                    <a:pt x="23148" y="10541"/>
                  </a:lnTo>
                  <a:lnTo>
                    <a:pt x="46297" y="21042"/>
                  </a:lnTo>
                  <a:lnTo>
                    <a:pt x="69446" y="31502"/>
                  </a:lnTo>
                  <a:lnTo>
                    <a:pt x="92595" y="41922"/>
                  </a:lnTo>
                  <a:lnTo>
                    <a:pt x="115744" y="52302"/>
                  </a:lnTo>
                  <a:lnTo>
                    <a:pt x="138893" y="62642"/>
                  </a:lnTo>
                  <a:lnTo>
                    <a:pt x="162042" y="72941"/>
                  </a:lnTo>
                  <a:lnTo>
                    <a:pt x="185191" y="83201"/>
                  </a:lnTo>
                  <a:lnTo>
                    <a:pt x="208340" y="93421"/>
                  </a:lnTo>
                  <a:lnTo>
                    <a:pt x="231489" y="103602"/>
                  </a:lnTo>
                  <a:lnTo>
                    <a:pt x="254638" y="113744"/>
                  </a:lnTo>
                  <a:lnTo>
                    <a:pt x="277787" y="123846"/>
                  </a:lnTo>
                  <a:lnTo>
                    <a:pt x="300936" y="133909"/>
                  </a:lnTo>
                  <a:lnTo>
                    <a:pt x="324085" y="143934"/>
                  </a:lnTo>
                  <a:lnTo>
                    <a:pt x="347234" y="153920"/>
                  </a:lnTo>
                  <a:lnTo>
                    <a:pt x="370383" y="163867"/>
                  </a:lnTo>
                  <a:lnTo>
                    <a:pt x="393532" y="173776"/>
                  </a:lnTo>
                  <a:lnTo>
                    <a:pt x="416681" y="183646"/>
                  </a:lnTo>
                  <a:lnTo>
                    <a:pt x="439830" y="193479"/>
                  </a:lnTo>
                  <a:lnTo>
                    <a:pt x="462979" y="203273"/>
                  </a:lnTo>
                  <a:lnTo>
                    <a:pt x="486128" y="213030"/>
                  </a:lnTo>
                  <a:lnTo>
                    <a:pt x="509277" y="222749"/>
                  </a:lnTo>
                  <a:lnTo>
                    <a:pt x="532425" y="232430"/>
                  </a:lnTo>
                  <a:lnTo>
                    <a:pt x="555574" y="242074"/>
                  </a:lnTo>
                  <a:lnTo>
                    <a:pt x="578723" y="251681"/>
                  </a:lnTo>
                  <a:lnTo>
                    <a:pt x="601872" y="261250"/>
                  </a:lnTo>
                  <a:lnTo>
                    <a:pt x="625021" y="270783"/>
                  </a:lnTo>
                  <a:lnTo>
                    <a:pt x="648170" y="280279"/>
                  </a:lnTo>
                  <a:lnTo>
                    <a:pt x="671319" y="289738"/>
                  </a:lnTo>
                  <a:lnTo>
                    <a:pt x="694468" y="299161"/>
                  </a:lnTo>
                  <a:lnTo>
                    <a:pt x="717617" y="308547"/>
                  </a:lnTo>
                  <a:lnTo>
                    <a:pt x="740766" y="317897"/>
                  </a:lnTo>
                  <a:lnTo>
                    <a:pt x="763915" y="327211"/>
                  </a:lnTo>
                  <a:lnTo>
                    <a:pt x="787064" y="336489"/>
                  </a:lnTo>
                  <a:lnTo>
                    <a:pt x="810213" y="345732"/>
                  </a:lnTo>
                  <a:lnTo>
                    <a:pt x="833362" y="354938"/>
                  </a:lnTo>
                  <a:lnTo>
                    <a:pt x="856511" y="364109"/>
                  </a:lnTo>
                  <a:lnTo>
                    <a:pt x="879660" y="373245"/>
                  </a:lnTo>
                  <a:lnTo>
                    <a:pt x="902809" y="382345"/>
                  </a:lnTo>
                  <a:lnTo>
                    <a:pt x="925958" y="391410"/>
                  </a:lnTo>
                  <a:lnTo>
                    <a:pt x="949107" y="400440"/>
                  </a:lnTo>
                  <a:lnTo>
                    <a:pt x="972256" y="409435"/>
                  </a:lnTo>
                  <a:lnTo>
                    <a:pt x="995405" y="418396"/>
                  </a:lnTo>
                  <a:lnTo>
                    <a:pt x="1018554" y="427322"/>
                  </a:lnTo>
                  <a:lnTo>
                    <a:pt x="1041703" y="436213"/>
                  </a:lnTo>
                  <a:lnTo>
                    <a:pt x="1064851" y="445070"/>
                  </a:lnTo>
                  <a:lnTo>
                    <a:pt x="1088000" y="453893"/>
                  </a:lnTo>
                  <a:lnTo>
                    <a:pt x="1111149" y="462682"/>
                  </a:lnTo>
                  <a:lnTo>
                    <a:pt x="1134298" y="471437"/>
                  </a:lnTo>
                  <a:lnTo>
                    <a:pt x="1157447" y="480158"/>
                  </a:lnTo>
                  <a:lnTo>
                    <a:pt x="1180596" y="488845"/>
                  </a:lnTo>
                  <a:lnTo>
                    <a:pt x="1203745" y="497499"/>
                  </a:lnTo>
                  <a:lnTo>
                    <a:pt x="1226894" y="506119"/>
                  </a:lnTo>
                  <a:lnTo>
                    <a:pt x="1250043" y="514706"/>
                  </a:lnTo>
                  <a:lnTo>
                    <a:pt x="1273192" y="523260"/>
                  </a:lnTo>
                  <a:lnTo>
                    <a:pt x="1296341" y="531781"/>
                  </a:lnTo>
                  <a:lnTo>
                    <a:pt x="1319490" y="540269"/>
                  </a:lnTo>
                  <a:lnTo>
                    <a:pt x="1342639" y="548725"/>
                  </a:lnTo>
                  <a:lnTo>
                    <a:pt x="1365788" y="557147"/>
                  </a:lnTo>
                  <a:lnTo>
                    <a:pt x="1388937" y="565537"/>
                  </a:lnTo>
                  <a:lnTo>
                    <a:pt x="1412086" y="573895"/>
                  </a:lnTo>
                  <a:lnTo>
                    <a:pt x="1435235" y="582220"/>
                  </a:lnTo>
                  <a:lnTo>
                    <a:pt x="1458384" y="590514"/>
                  </a:lnTo>
                  <a:lnTo>
                    <a:pt x="1481533" y="598775"/>
                  </a:lnTo>
                  <a:lnTo>
                    <a:pt x="1504682" y="607004"/>
                  </a:lnTo>
                  <a:lnTo>
                    <a:pt x="1527831" y="615202"/>
                  </a:lnTo>
                  <a:lnTo>
                    <a:pt x="1550980" y="623368"/>
                  </a:lnTo>
                  <a:lnTo>
                    <a:pt x="1574129" y="631502"/>
                  </a:lnTo>
                  <a:lnTo>
                    <a:pt x="1597277" y="639605"/>
                  </a:lnTo>
                  <a:lnTo>
                    <a:pt x="1620426" y="647677"/>
                  </a:lnTo>
                  <a:lnTo>
                    <a:pt x="1643575" y="655717"/>
                  </a:lnTo>
                  <a:lnTo>
                    <a:pt x="1666724" y="663726"/>
                  </a:lnTo>
                  <a:lnTo>
                    <a:pt x="1689873" y="671705"/>
                  </a:lnTo>
                  <a:lnTo>
                    <a:pt x="1713022" y="679653"/>
                  </a:lnTo>
                  <a:lnTo>
                    <a:pt x="1736171" y="687570"/>
                  </a:lnTo>
                  <a:lnTo>
                    <a:pt x="1759320" y="695456"/>
                  </a:lnTo>
                  <a:lnTo>
                    <a:pt x="1782469" y="703312"/>
                  </a:lnTo>
                  <a:lnTo>
                    <a:pt x="1805618" y="711138"/>
                  </a:lnTo>
                  <a:lnTo>
                    <a:pt x="1828767" y="718933"/>
                  </a:lnTo>
                  <a:lnTo>
                    <a:pt x="1851916" y="726698"/>
                  </a:lnTo>
                  <a:lnTo>
                    <a:pt x="1875065" y="734434"/>
                  </a:lnTo>
                  <a:lnTo>
                    <a:pt x="1898214" y="742139"/>
                  </a:lnTo>
                  <a:lnTo>
                    <a:pt x="1921363" y="749815"/>
                  </a:lnTo>
                  <a:lnTo>
                    <a:pt x="1944512" y="757461"/>
                  </a:lnTo>
                  <a:lnTo>
                    <a:pt x="1967661" y="765077"/>
                  </a:lnTo>
                  <a:lnTo>
                    <a:pt x="1990810" y="772665"/>
                  </a:lnTo>
                  <a:lnTo>
                    <a:pt x="2013959" y="780222"/>
                  </a:lnTo>
                  <a:lnTo>
                    <a:pt x="2037108" y="787751"/>
                  </a:lnTo>
                  <a:lnTo>
                    <a:pt x="2060257" y="795251"/>
                  </a:lnTo>
                  <a:lnTo>
                    <a:pt x="2083406" y="802721"/>
                  </a:lnTo>
                  <a:lnTo>
                    <a:pt x="2106555" y="810163"/>
                  </a:lnTo>
                  <a:lnTo>
                    <a:pt x="2129703" y="817576"/>
                  </a:lnTo>
                  <a:lnTo>
                    <a:pt x="2152852" y="824960"/>
                  </a:lnTo>
                  <a:lnTo>
                    <a:pt x="2176001" y="832316"/>
                  </a:lnTo>
                  <a:lnTo>
                    <a:pt x="2199150" y="839644"/>
                  </a:lnTo>
                  <a:lnTo>
                    <a:pt x="2222299" y="846943"/>
                  </a:lnTo>
                  <a:lnTo>
                    <a:pt x="2245448" y="854214"/>
                  </a:lnTo>
                  <a:lnTo>
                    <a:pt x="2268597" y="861457"/>
                  </a:lnTo>
                  <a:lnTo>
                    <a:pt x="2291746" y="868672"/>
                  </a:lnTo>
                  <a:lnTo>
                    <a:pt x="2314895" y="875859"/>
                  </a:lnTo>
                  <a:lnTo>
                    <a:pt x="2338044" y="883018"/>
                  </a:lnTo>
                  <a:lnTo>
                    <a:pt x="2361193" y="890150"/>
                  </a:lnTo>
                  <a:lnTo>
                    <a:pt x="2384342" y="897254"/>
                  </a:lnTo>
                  <a:lnTo>
                    <a:pt x="2407491" y="904331"/>
                  </a:lnTo>
                  <a:lnTo>
                    <a:pt x="2430640" y="911380"/>
                  </a:lnTo>
                  <a:lnTo>
                    <a:pt x="2453789" y="918402"/>
                  </a:lnTo>
                  <a:lnTo>
                    <a:pt x="2476938" y="925397"/>
                  </a:lnTo>
                  <a:lnTo>
                    <a:pt x="2500087" y="932365"/>
                  </a:lnTo>
                  <a:lnTo>
                    <a:pt x="2523236" y="939306"/>
                  </a:lnTo>
                  <a:lnTo>
                    <a:pt x="2546385" y="946221"/>
                  </a:lnTo>
                  <a:lnTo>
                    <a:pt x="2569534" y="953108"/>
                  </a:lnTo>
                  <a:lnTo>
                    <a:pt x="2592683" y="959969"/>
                  </a:lnTo>
                  <a:lnTo>
                    <a:pt x="2615832" y="966804"/>
                  </a:lnTo>
                  <a:lnTo>
                    <a:pt x="2638981" y="973612"/>
                  </a:lnTo>
                  <a:lnTo>
                    <a:pt x="2662129" y="980394"/>
                  </a:lnTo>
                  <a:lnTo>
                    <a:pt x="2685278" y="987149"/>
                  </a:lnTo>
                  <a:lnTo>
                    <a:pt x="2708427" y="993879"/>
                  </a:lnTo>
                  <a:lnTo>
                    <a:pt x="2731576" y="1000582"/>
                  </a:lnTo>
                  <a:lnTo>
                    <a:pt x="2754725" y="1007260"/>
                  </a:lnTo>
                </a:path>
              </a:pathLst>
            </a:custGeom>
            <a:ln w="21681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28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022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480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681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337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76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48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066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23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4818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0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856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23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5215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594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4060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480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94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74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807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87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495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3327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8568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906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5869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077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00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31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395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974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757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782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6918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739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3494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664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9414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7617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5385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778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60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14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88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47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519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7331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725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6642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99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0466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93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3323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9512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4594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414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635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21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4748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203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3006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300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357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907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42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6381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94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1669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5821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0898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8317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3311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42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9720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1560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534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150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18257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81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5910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4133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2548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584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3461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7008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566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802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1008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1104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088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653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8366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3874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1328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8084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374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1523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821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0849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204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2736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1950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3950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146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8092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392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6605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243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957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86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339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376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1140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802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808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5034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612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621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4545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3079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0568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140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9584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2333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931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820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4567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4060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3230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8272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905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4956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0515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1778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8365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9125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0970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4901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295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4823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834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3327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7740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3532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1778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5737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497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146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1916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027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024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1078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087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4115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6533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552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38644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3880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433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373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6661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4376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34230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8795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236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4489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4076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26148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35017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2103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30911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31239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2679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2675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31271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31619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2931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2887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28476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9047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4357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1960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7689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7127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4081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8053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29172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426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3566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134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90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529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5386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9280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8630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346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0695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1679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124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1268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26426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2590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964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2064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1335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3850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26542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022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3647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26038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484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8409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4776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4086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4042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23292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3987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3035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29274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1376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3593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38344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2811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2379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4990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3536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2858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37832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017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3168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31648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7883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4664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32313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2593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3678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602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2912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3104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29525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2403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31998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31077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2826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24364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004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1497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32559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29776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3643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35516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3231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3593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24589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32181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3877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35074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4212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19520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29190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18461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27552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5257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183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4705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496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4991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738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2155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4609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1605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22697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1275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2995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22648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2847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767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26116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41623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2921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23467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2981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1737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6942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2998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6173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4256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1937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4018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2860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3718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5557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41696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1683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3188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33804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30934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6376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395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46376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28026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3277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38062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32519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3669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5759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24574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42974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3323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36435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31145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33923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2567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367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28454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29553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3371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29505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659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43096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29863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2675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423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28440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4258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3207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425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584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29346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6926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862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6151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2999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5244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6890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28961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010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27176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2747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2894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3711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17197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459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2449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44774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613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2809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3217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1839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605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0946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5012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070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40926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4353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2117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1501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4922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7882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34864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31933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089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16305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31223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042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3528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3417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3147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29735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41210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27112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4239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28964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29640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6203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614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29974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37231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1558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759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4606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2971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3793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178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35011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35199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6095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322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086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581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163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4297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7528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5855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3982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29677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1847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30452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191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2176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6917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3790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34219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3292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32834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30018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29765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29472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2404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5690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762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4781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26388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3592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32257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49561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29508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3305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29348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42546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2731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22320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3484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009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2399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36068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2853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3335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47640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2447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35388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27788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33545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2524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4618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3127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3622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27703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33858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3963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30939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31531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33471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28638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33844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3757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36408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33783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35502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3126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39138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3911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33193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28593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36843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34065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43374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33778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3948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35660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27641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23570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36515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3912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24866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3303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32652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2737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35379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29513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40899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3319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2730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33279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429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3351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3905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31657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30919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25455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33241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28155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35097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3013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2212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29664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31735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3211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28927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42403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3477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35262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34629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28931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34691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3414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3036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3184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40698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4903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2428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3520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8134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36093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31343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33234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3079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36578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3576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39997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26587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31549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3261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2985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3371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20544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26220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36079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27910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3068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2812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36643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2391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2970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2993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2513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30999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3195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32558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3111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28361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46758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43026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4799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26144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3683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32280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3355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3819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32309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29774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30423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28556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37200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3109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32021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31183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34439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33547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32039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44390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3090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3368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31100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30028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3437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30818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2892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36438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21665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26455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31811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33038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3634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31018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34020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35934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31351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2994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3183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32945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29547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2226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2516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3364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18161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3867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3165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2610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30502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21256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32964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35084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3481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35096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33726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38462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2243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29514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743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3151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35424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21158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40237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32112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39159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3494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25744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3042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3799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41037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2472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10525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3197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33958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38685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31383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3401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27776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34762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41231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20348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2957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33460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3619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4167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36546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3495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31420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30514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4045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33176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34339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3257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42007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24895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32586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3837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4001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44256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32560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4077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30263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24241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31345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3085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3517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34140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3201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3831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3170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2297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31377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39696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33368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3462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18429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2997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3780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36056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32691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3074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2085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2834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640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33602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2468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3778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7784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31732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34046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29978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29536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35207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34832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35340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33481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45293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3382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24866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14045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38282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27586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35403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35587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3341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30757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3786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32550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39673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33320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2201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38979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2203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3306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3262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31507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32722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33830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3410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49986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3759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3363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3605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33704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32634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23652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3148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3683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3646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30658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30707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30024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27255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3439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37469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28039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33778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2797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36874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30754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28137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32927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33525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38514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30076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4243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26142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3036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2874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34079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16923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19947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2867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34148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32112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3121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3573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33423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34316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3542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35925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30627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3440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40953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19409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28276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30313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33268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31476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3523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33668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33637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2601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39371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2760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36340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3392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3342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3824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3295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33526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33972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3540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2863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35860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32541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1372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26197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18818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2757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3745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2192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4403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3736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3414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34834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33976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28420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28127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35317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32830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3037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28253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29320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14480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31445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33622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30244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3083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36970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3762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43322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3276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34402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1645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32231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2718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4003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3951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27843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35932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39461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3269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3477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39080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38356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3414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2613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34966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3346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4667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3490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37899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23351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3828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3567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2992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3060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32699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3726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3792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31366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31907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3668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2993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3933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30131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34206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29709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37737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32945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30409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30525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30845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35052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0217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33942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28295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3805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32969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3672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4349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33782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42477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34249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3260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32980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1994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35219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27551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4505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32814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38641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32041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2929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32642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24670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25586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36259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30329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3278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36615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40544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3620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3475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2991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29690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26282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2008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2678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35039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34901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29282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31453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36710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3202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34985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34264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35650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38117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36226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3423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35966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19437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32905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36884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35581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21394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24709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20628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3593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38060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3027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2807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3203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39306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23435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34913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3455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3822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25592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3542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33542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46262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3316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31540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41809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30970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3290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3026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3832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3533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33907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33475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32301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2352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3042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3634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28747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30687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16917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40293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3599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32301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33343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3305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35723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3133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3508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32011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3141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3598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32855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47331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4277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31793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34294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4489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13770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3200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32468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34000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32588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34356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16642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37255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36074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3612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41269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30387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1864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33084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32630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33192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30825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26725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3082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3603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29088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752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36463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40826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35943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33269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3200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2546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34299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3179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179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3219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3463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36709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3036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32467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2999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30828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34099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24441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39199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28912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35394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30134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35182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2848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14263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30603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31335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29104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3711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32270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3054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25026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3641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3799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3336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30867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34223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32381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27997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29592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30019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34636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3473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36850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3261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3005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22287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328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13320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33721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36070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29652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31190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1052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2689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30177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31294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6889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28756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1792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19457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1270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14809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2746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30129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31787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34392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3820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1289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0518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3485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29273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32101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36018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2219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36443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4900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20318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32163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31081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3362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35303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373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25465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3317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35265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30641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32246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26208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2686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2299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33019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38286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28922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0855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1107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37394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30652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3800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25379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20039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32012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33515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36467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2732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34625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2457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26217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30556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33127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22964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20561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34258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3263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25518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32358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30052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3987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30751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2917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3145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34107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25134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7046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3060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3287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32626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17303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3118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35289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3047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16695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34455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3524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30138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33640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18767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27849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2296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3941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32839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3028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571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458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31835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3769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15574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3366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31853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24042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3389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29424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37790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34550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33210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34067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35410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34655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2673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3404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36699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39955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1986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3348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3080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29625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3529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33655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3499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33289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32011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29314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27346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31501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2872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38666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3736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3089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2145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240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30905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16066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32882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6409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2391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2523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24713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28776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34377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3049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29308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38134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31849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23911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3483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36212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29135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29175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33630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1961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3502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29323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24853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2883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33829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33609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3766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33880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18074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3524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28295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27140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3606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3376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33375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3449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34833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31511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17598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24015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3638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33711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34125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25788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38137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36587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3010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1936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3524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3226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2980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17200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33686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1549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35842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3137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31550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3264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3418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3493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3698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39418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12998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34010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33551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2472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35065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3414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30130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3480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3029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34515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37793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3116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32264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3678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32140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3017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2475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3449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32065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383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2624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31949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31416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31411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31566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33855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32343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36443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3517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33459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17258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5069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33366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001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007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29709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31299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3582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25941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34852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28276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37359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32380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24264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21933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34792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34722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31908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3494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38099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3130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34338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35309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3871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34063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34710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2712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41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35163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3656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30057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3201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30255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6178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34013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3858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2591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35003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35813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2917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291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32930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3501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24023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2760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29313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7405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26428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25553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33472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32813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31472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36538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29358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124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3680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28621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27446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29497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27895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30337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3302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36005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33820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36478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2978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16714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32518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16570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3464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3364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3372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34101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29792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2940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35501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3139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32818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33095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32371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35941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39089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3689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31720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30731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2832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38220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3055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3083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3134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2325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2620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263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0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34037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34733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2857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3524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3344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3154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28719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3439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425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3421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2808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520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2816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3676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4989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20578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3784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3118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322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5299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839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2177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1174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0656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23124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6009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0226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0653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557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2846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1437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4107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5443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0359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169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4872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4245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309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25947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4870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434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0146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8399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487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2571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4056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22340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111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7934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650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8431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419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4072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44763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273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45997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040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25291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178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8556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120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446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1827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681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26203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26155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0166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4688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29664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22113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1389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4094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48253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5533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3382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3736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27436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5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49331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26077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180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4693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26842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0001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98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586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0739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25285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8689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001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0323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649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2937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4940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1430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13574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27647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1423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7468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29627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435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543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055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4354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5670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3600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4528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2380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35892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5680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2358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3438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21923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305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34950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34316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367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34782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28974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33539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2293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20852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29862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3488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495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608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27586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0615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3139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1803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7162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025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3607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2895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38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29363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8243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8740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28873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0263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1233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7837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3499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415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3727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2624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797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475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28578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2625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838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382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4603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6241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3026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4982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264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16638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40207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8025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4204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2896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5317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326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529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2480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7166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27558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3767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099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26634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7904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275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28369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2591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2068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782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3838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337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243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604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1902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3448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3631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29109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2851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5778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6635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3065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5667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2297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4235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134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40626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6077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2194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2477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822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3264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43734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0333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2237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29395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18353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333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0773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18032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35702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31406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37285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33474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3251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3457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36391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33627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32505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31263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37021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2661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263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3379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021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31580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3467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31781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2690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6284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31107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32989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10943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3366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2822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3636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35712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32067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2950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32137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14919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34617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33920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34446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1650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30226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33372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32138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26342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36535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3235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35492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30333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38014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2796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583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35391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2795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34471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37363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3532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35861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3385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34830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30264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30549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1347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33511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37964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37068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3674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29751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37534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31069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3082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29198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38448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22535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31612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20845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2601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30042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3302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3599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31514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3359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3431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37347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25450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34879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35848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31759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22963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24671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27024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32168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18705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38649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3192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19351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6744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7035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2013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20949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3476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3348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3439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3391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2952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3111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30777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34287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1983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32549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31799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34652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31487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3012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33118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3234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29448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30569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30625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28248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39902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28435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32308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3286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34894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34653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37300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3775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2820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30902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3558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33994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4307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34355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34640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28369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31468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2933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33851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593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31070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26001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3410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34815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31091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34488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33254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35041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32116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19599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3191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31559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35760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31108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2590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37794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32792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3333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32134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733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29552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32289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30470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3316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33172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3054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37231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3996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2162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3761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29661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35880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148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34275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29064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2480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3260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33405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31056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29299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3274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3643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3928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30222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3431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2341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31655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9109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2755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37620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38394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31407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35785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34489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30014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36694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3549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2814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26818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29783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2377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34232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1404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35878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27827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3829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2925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3275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36041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32675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29657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35197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3532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198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33228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35864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3461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3264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0306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39979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1804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33236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33967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32138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21035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3749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2717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29100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29132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32840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33707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2976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30864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28518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3591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3015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34216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2957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3370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022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3006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28066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34503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33158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33870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36118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35091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39086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2812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34276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1707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32554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3178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3456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29881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3283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1550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36540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118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35598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155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3642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5228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3663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2848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32791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3277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34298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097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3279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28845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32329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34277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30724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31831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34154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3179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117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37102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16587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2965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2479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18669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35228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29103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3024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3187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0061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32210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28042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3507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32846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32539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3083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28548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21859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30697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3447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34408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24951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37214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33896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32468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3536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3271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3316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33846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3270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38234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32923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32915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28779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36377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39995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31743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38407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24535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30833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30734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35439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33793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32757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3354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30527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33433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42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34225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9839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20264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38880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31500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30364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37422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15225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3566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3949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3803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18239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2855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32448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36155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33925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2933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1431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29558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2934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31143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3244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32290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3477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31206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33277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31971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27773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1971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3347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3151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2774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2864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3341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31648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30383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3776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16942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38623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33439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20883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20023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3952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3570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3550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3486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2970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34185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44065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2953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2461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32568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34050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34088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3055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31497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37186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3727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32433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34829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31140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2634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1873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34902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28626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4230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31807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34422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36624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3344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31726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34368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3992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1190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2666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26290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3447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3137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2776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34031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38545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3092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2307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38931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3212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30931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3837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31615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2580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3043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3468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21640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37287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23628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34117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3180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32789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2411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2879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27502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30311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30973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32394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34692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42425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30297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3481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27219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19103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2589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31450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35750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41316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34217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38171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36730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34590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3160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28345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30877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33915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3603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3129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2757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3106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33354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3116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32047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28691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3774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1500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35762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34116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30705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14153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32597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20247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3365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34713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29573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28060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32946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1970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34633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33998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3177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2418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33969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3337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38052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34201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31528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35721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20798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3189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3309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3630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28834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3109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15486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30140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31019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32229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2570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3000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26780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2901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28367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3763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31320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33048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36188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37035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38562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3611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20783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32688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31727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31898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29748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34452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3223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1837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37350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2413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37722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38978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37666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28137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4279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3676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24181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29092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32567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30337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3520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29597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3310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28790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46499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1290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35063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34802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23929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1807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29516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3241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3681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4070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3297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3615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32560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38349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2722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3546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30692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3689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34444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3131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3306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3254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2930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30349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30753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29717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2324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2991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34344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32271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3571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3501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3017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32422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26719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33866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31186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34190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36967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4239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33937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35572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3099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2570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39163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35064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33367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3374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3275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3686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27931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29080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28695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39904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3689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38041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3297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2847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3723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14117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3091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37172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3531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35143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32242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3226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34012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33452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43779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43554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30650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32652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2821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32957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30975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30629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33571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44843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28974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30324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32831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31627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3502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30074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26332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26030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36584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31731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20885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2903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37844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32220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33415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33935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44112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33407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3801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3375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11151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3092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39388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1495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30608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33667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29336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2805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42185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32418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34661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2474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32648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18093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39167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33654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35939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2986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32441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1669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28024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3109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31362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29552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34698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31555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22602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3602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2675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3718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35719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39842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3627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28055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35070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30176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33471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3186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31232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3395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35571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28249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37941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31992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31579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30609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26492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27827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30858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30550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33113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2822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35398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3789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3605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30405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36671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39052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34369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37564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30817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34013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3532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38310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3544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3333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3046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28101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32708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3386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3343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35001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33680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3127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35157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35991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29624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2696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30299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26850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33310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3792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3097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40352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38746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3274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2811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33024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33395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31892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34015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2937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2484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29704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45129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3478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3929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37901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30249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34484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15779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44207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34501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33855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33007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38916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30675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3485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36323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35276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3123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30416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30055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31393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3031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41051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3455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33308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3092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3692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32445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3242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32215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21205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3455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24049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33619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35424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30803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3574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25125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3418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3399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31182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49534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45556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3249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35545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37872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3799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2724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35468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28799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3538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34834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31672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30196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1745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29427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3422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2056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3183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28982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29606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3308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27208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27589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34788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3475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34054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28343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29677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39131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49921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3841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3370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30717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30800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3337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4711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33882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32681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29379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3411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34075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42385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3938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32485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31858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3329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34708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32239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34494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33717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3606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3188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2869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4065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3196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34432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4155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32774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3075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2949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34448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31234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33218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34646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3733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32951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33471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3401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41953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3071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3506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3448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3412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20117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35225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37903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40433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3060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4456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3337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35063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3527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39009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41390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19948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23131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3322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31108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34341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3277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35234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3305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3647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3426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34507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31546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3267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3090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3193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32939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3471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32218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37844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38095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3478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26209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30624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30619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33509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30458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3280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34168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3989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27284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3182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3417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2788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3112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3602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18197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3714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17396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31374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3270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3869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3897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41101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42058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30212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3431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33962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3084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4112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29371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37237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34477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34275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3410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22250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3861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3411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39923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32980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30927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2462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36383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25296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21483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2007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31454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36060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4133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2574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3760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4180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3083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31419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3208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33066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32077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2828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3375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3126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38971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2928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3199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33801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30746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31067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3348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23195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32259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33468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30656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31054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22986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33514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3162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31134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16613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32345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24659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40816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2917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31395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29612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3085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3279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30080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36718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3170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40846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36881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3046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34396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3122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3379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35918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3014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3937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30917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2861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3501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3472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3785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3382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40065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2063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3202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41466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29134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30037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2864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40897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34653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3552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35524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41798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3515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3745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3448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3370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1322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40815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26391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4896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34005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30926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37974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2550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31634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3308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17814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22123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34369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25894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24844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27518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4172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37789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31237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33925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35401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33949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2983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3484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3586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35070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2984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35506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36837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15521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3481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3358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30943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28993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32646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31948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2932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3167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3891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36839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2997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3443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26505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2905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3017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3432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34489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3543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35885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34915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2996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37685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38471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10346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31251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3169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29400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35089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29789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33334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32761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27268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32889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4122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36942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25834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46127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41046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25385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27812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35023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33293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29102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2093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37980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3055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32922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30210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43400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3333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3538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30095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34872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22796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36260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19467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2785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31364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31422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32004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32461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38035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33035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3131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3418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32957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28443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34827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38095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3257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3155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40308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3409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30728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22820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3506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4220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3279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3201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30977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3104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35852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32388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33452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45793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27325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2863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36554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3675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33000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24143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36500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30462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26182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2857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14973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36429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35628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3908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13880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29334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3353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2660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3221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3877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34398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32377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28441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4876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34760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19906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32029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34883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3230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3494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43975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41335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33407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4113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3392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3065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32340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3271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3325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31069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24039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37166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1153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3241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29521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34813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3521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40533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3109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31192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36199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30104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41337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3267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34756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32957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32561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24588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31275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3333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20367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29689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30355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30484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3494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16573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3124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26195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19395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25850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29071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29548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3499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35872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3564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36831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35019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36139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3542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3278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30919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28405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3183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34028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16427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3179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33796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34378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32975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29158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2848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4060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29491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36423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31741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33823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35661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38157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26263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31228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30288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3544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3599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4067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3140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3122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3433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38956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30845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19561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30361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3447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3067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3504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35121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32492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2819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3319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15593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44441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3558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40902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3102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34911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3146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31832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3190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37548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33527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28498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3468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3577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33866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35340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34939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28521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35053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3445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29021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3615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39067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28968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32812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31243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33893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3027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33448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2373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29651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3228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30618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2842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1697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3374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34093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37364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32155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37928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33157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43993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44460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3586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3363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32042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3830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3584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27843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3136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28051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26171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2741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34027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2988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2852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28375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44479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30382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35426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29802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2453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31218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3781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3632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20536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29300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35046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38475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22259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30375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31881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36021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23889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33581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3476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35125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35176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3665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32222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41840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36323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3405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3324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30306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29891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39553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38200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2542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23057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3255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33819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27796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29621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32387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35184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37916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30209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3521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1893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32676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22330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2905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34267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27534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33377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33644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35041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33520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3496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3094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33523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36295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29804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31018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41199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3079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26469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3157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31633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3779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34705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29221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35139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3127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32494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32137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29761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28257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37186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30577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3024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3497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35247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3620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32724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3550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30919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42372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34605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31023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3109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22730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3532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37999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2346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25147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37061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32431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28774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32095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34818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2877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29913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35161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25443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3335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3164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3685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33736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35083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3038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2695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32198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32326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3664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34612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3362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32904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3332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32549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35019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35502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37110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3100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26501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33761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3357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29928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32466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29981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3488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27786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36201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27439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4907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3798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3227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2187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2565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34769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35214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31116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43275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34798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2730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3410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3243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36317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13010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34977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38076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34000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28703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32815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32250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20231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32513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29563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3697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2812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3021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3524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34867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37731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35259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3228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30568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32743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33685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3576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29071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3146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3219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3137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16839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3168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35498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35888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27915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3221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3046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39946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31025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2973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4348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3491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3837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34152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36275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31303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3747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25990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3448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35268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3141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3493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33568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35470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39183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39758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36123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3425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34014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30462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33737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13931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36027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2995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28504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3393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2779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3151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13457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48812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31646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36654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2891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3505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22230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37437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4254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30983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34367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19035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32436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38402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3514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42334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1926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35093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40005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30323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2364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33348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16267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35928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35403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32497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32993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4315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3157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3502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1719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37539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1464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34256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38194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34536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38772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1811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33385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37261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3555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26525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31282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19761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33898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3144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26879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30243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38430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30274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43532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31045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2938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3322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35854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17288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3683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33472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37521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3255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3623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31414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37713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35030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32222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2908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3193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34855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39444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31692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17807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34419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2673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31151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35926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31955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36471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26211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31026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39845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34632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3512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32647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31178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3652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3404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4134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16620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33708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3216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35563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38836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33893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35617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30261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21086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26158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36957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35098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36558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3396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32526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2986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3247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31103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16431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24308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3955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31151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2468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42584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35212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3839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3190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2663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48711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37361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33581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3106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40847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33529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35463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31533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35275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2912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34927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28110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34219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3350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27871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3133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39420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36988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23832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31222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2528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41733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3158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30050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29345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38128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30555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37740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3310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33040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20132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2798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3592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28781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26994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47599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30115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2671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3178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38337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18209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38259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41529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3854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40021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31623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20891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2960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34129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1553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2820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33043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32438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4023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16909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26991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45711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25633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30509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3518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33398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33538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35115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30835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35709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31987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35505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39777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34996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29756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35043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28605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35734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2862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3479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37925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31915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31545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4102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28892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32916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3050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3774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39135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31908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40346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31979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34872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38472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28339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20562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32637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3096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32749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33714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33774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2147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3089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29185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3315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40072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2578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4452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38337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25836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33377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33301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30137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3420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34415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24410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25592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33386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2786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32382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42072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33654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36117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35834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33503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25705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27780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33297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5034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33283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20716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34885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32555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3091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3146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36323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34808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3100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26724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31041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3281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32995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38894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30494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29981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32570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3219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29965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29618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3458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35246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39727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3155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32504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34229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34869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35383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33227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28009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27681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34620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34042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34729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35101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34812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3633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37293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30905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33711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34580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32999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2837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29044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40667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34546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31476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15934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3192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35945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38512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32875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35564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1522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19798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30565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3491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34901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38093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23644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28880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26885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3123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39674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32949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3438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2890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3474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14503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3341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30872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1820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33047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3996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48597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34556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42510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1496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34800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30464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34943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31567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30269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3414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34693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27733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37208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37958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3209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29245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2820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3377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34989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31805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36418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29030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3198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36550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35321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29724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36422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30238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3502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22973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18678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3381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34679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38960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37128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28973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3000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42634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28062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26407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34646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36405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33421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34596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1233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33586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33114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35082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31370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3768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43133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35376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23511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29134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30857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31895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26576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32676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39214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32300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1861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30925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32285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38883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36995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31657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37185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31532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3089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32769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34976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34818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33295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31437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3497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33226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36203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13539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23489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2949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13450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31838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36248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38450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40444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2908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3439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34801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31556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44995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34990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28834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2884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3069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33603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30916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32797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29278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28740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28037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31513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31691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44036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3396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36675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35111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33577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45465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27360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27919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33989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38795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10503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3254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31679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31815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3090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2879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17842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3662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2632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34390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3252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36504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27175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32354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3405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2564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16334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17592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21109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29918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31890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30713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31985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18586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33816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41223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35205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28982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18946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37332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38774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1914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3079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4645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26557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30954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30418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40892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3672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3293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32432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3335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3964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24571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40439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32072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35178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3264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36350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31883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30561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28267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34721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38406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33156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37273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2155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3389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37743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3663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32784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35090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34958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36497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37038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35282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24011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39701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28936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22550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29036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29932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35595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27724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2361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38125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35442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33868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26293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32167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33717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29996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3305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33585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27455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29812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3565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34971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2964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2166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32178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35625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2307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37354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36963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32007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38524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29949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26566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32754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112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29715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3361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2933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38541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33999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33389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31280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29465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30980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3078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37254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38660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33012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1429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0638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34932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296504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31420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31987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29523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2499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29093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37895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33055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24699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3415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31728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2113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34519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3357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20678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32308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31995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36761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36801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27947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34207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3557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50037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31284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28471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33970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25402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35197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39893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33845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3547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36409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28266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28064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167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34036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31124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2684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28513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34877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1338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376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32968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37328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077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2248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29461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31718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30506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39377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3345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35610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2881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29336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33231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36614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33420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3172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32117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32976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34149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23734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14028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25300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2762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33516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17740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3300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2839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32786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36287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34658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32697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37772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3305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24522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31992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30430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337476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3263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35517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38937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27266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30380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14837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39686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35065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27254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34187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29037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37887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25063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36025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3246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27768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33270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33874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27979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33579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202724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36103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33706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35250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22655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33946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3481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0885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31336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33581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29794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32079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32720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3891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34792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30312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30972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23689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31049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23693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3145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37509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38511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38742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27989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34919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27751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25632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39240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34477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3521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2487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36281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32308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292668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33661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33087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37639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34204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26501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3141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35653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32028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34097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28367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32744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3453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35241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30809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33315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31226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3151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30830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34610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34807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29159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33361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3727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36458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23140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33756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30114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30329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36729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29184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0675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25839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26096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33902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307181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30109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37357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23450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31746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353000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1229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33169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2648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33290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6492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33625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28928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37803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3915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35718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38061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792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38941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30672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30239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30502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18957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23425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33452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495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35449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26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342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36685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35838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31382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39475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35521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33668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35476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3207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35301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29861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2262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628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7710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31780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43840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6604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41084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84714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445892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3285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270604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2953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29111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22298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4679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6825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5296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3255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0518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2090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78799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574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23672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453223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274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15396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2485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26994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28773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2691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431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22690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2180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4106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245822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1681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4454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21263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05658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7288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1682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28433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2060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1317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26505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1427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34040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5474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15859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2993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37991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279562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35005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24544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2685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1521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29519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32327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35882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29074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31944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30619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32937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33236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222150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34689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23342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23503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1308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24166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25156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41226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5225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82207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1622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2630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25199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1314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24277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4260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40578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42575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450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28843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231560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45579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8408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18597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8762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7832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6574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29035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35891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04355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273455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3309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29424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25471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0826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45181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2141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1760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27426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4540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1699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8506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1849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2545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7594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3583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31176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33379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32342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32026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340758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31767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3546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31251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28424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356418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267243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23665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31030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31095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32348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39780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33622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33149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36516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2965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276646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134418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29627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37727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21286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30749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264577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172931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291845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31939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231737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35323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299420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37159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306497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36745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39826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336634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30901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31584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350924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277852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325410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29458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32689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33001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2916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34337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35152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358023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3549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0551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357500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2880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36669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3097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33889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34351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33060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18574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28537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22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323973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332226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181021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35939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27696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30370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3154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22657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355447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38924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1295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35960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360634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34830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16975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70553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380087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316063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34637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28043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336839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298779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3111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17190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382798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30863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25779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30702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31269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319684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34094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31718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28135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0071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308156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34141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294870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317885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277738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391452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8134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319244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388242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31283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319701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310675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30317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388662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327706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357555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38631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316739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339388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315906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28251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372819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293512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332440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316652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380483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337307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104455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348490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355015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311487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3100463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367353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377188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31553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333241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3167255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398559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320901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323679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04836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3211178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356841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3543699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3533997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2687882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614146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380123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3094911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3639620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3381564" y="323569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595959">
                  <a:alpha val="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tx4019"/>
            <p:cNvSpPr/>
            <p:nvPr/>
          </p:nvSpPr>
          <p:spPr>
            <a:xfrm>
              <a:off x="2996387" y="1168811"/>
              <a:ext cx="68461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species' baseline</a:t>
              </a:r>
            </a:p>
          </p:txBody>
        </p:sp>
        <p:sp>
          <p:nvSpPr>
            <p:cNvPr id="4020" name="tx4020"/>
            <p:cNvSpPr/>
            <p:nvPr/>
          </p:nvSpPr>
          <p:spPr>
            <a:xfrm>
              <a:off x="2973322" y="1271796"/>
              <a:ext cx="39630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warm end</a:t>
              </a:r>
            </a:p>
          </p:txBody>
        </p:sp>
        <p:sp>
          <p:nvSpPr>
            <p:cNvPr id="4021" name="pl4021"/>
            <p:cNvSpPr/>
            <p:nvPr/>
          </p:nvSpPr>
          <p:spPr>
            <a:xfrm>
              <a:off x="666023" y="1032892"/>
              <a:ext cx="0" cy="2234438"/>
            </a:xfrm>
            <a:custGeom>
              <a:avLst/>
              <a:pathLst>
                <a:path w="0" h="2234438">
                  <a:moveTo>
                    <a:pt x="0" y="2234438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tx4022"/>
            <p:cNvSpPr/>
            <p:nvPr/>
          </p:nvSpPr>
          <p:spPr>
            <a:xfrm>
              <a:off x="487953" y="3085744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4023" name="tx4023"/>
            <p:cNvSpPr/>
            <p:nvPr/>
          </p:nvSpPr>
          <p:spPr>
            <a:xfrm>
              <a:off x="487953" y="2601939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4024" name="tx4024"/>
            <p:cNvSpPr/>
            <p:nvPr/>
          </p:nvSpPr>
          <p:spPr>
            <a:xfrm>
              <a:off x="487953" y="2118133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4025" name="tx4025"/>
            <p:cNvSpPr/>
            <p:nvPr/>
          </p:nvSpPr>
          <p:spPr>
            <a:xfrm>
              <a:off x="487953" y="163432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4026" name="tx4026"/>
            <p:cNvSpPr/>
            <p:nvPr/>
          </p:nvSpPr>
          <p:spPr>
            <a:xfrm>
              <a:off x="487953" y="1150522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2.1</a:t>
              </a:r>
            </a:p>
          </p:txBody>
        </p:sp>
        <p:sp>
          <p:nvSpPr>
            <p:cNvPr id="4027" name="pl4027"/>
            <p:cNvSpPr/>
            <p:nvPr/>
          </p:nvSpPr>
          <p:spPr>
            <a:xfrm>
              <a:off x="637555" y="311843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637555" y="263462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637555" y="215082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637555" y="166701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637555" y="118321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666023" y="3267330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813263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1877441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2941618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005795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5069972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tx4038"/>
            <p:cNvSpPr/>
            <p:nvPr/>
          </p:nvSpPr>
          <p:spPr>
            <a:xfrm>
              <a:off x="747335" y="3318573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4039" name="tx4039"/>
            <p:cNvSpPr/>
            <p:nvPr/>
          </p:nvSpPr>
          <p:spPr>
            <a:xfrm>
              <a:off x="1811512" y="3318573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040" name="tx4040"/>
            <p:cNvSpPr/>
            <p:nvPr/>
          </p:nvSpPr>
          <p:spPr>
            <a:xfrm>
              <a:off x="2916243" y="331857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41" name="tx4041"/>
            <p:cNvSpPr/>
            <p:nvPr/>
          </p:nvSpPr>
          <p:spPr>
            <a:xfrm>
              <a:off x="3955046" y="331857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042" name="tx4042"/>
            <p:cNvSpPr/>
            <p:nvPr/>
          </p:nvSpPr>
          <p:spPr>
            <a:xfrm>
              <a:off x="5019223" y="331857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043" name="tx4043"/>
            <p:cNvSpPr/>
            <p:nvPr/>
          </p:nvSpPr>
          <p:spPr>
            <a:xfrm>
              <a:off x="1113545" y="3431532"/>
              <a:ext cx="368192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Accumulated heat exposure (°C beyond the species' baseline warm end)</a:t>
              </a:r>
            </a:p>
          </p:txBody>
        </p:sp>
        <p:sp>
          <p:nvSpPr>
            <p:cNvPr id="4044" name="tx4044"/>
            <p:cNvSpPr/>
            <p:nvPr/>
          </p:nvSpPr>
          <p:spPr>
            <a:xfrm rot="-5400000">
              <a:off x="-780395" y="2109192"/>
              <a:ext cx="235000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of thermal displacement</a:t>
              </a:r>
            </a:p>
          </p:txBody>
        </p:sp>
        <p:sp>
          <p:nvSpPr>
            <p:cNvPr id="4045" name="tx4045"/>
            <p:cNvSpPr/>
            <p:nvPr/>
          </p:nvSpPr>
          <p:spPr>
            <a:xfrm>
              <a:off x="666023" y="503004"/>
              <a:ext cx="3297600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Marginal effect of warming with 95% CI. Rug: the observed distribution. </a:t>
              </a:r>
            </a:p>
          </p:txBody>
        </p:sp>
        <p:sp>
          <p:nvSpPr>
            <p:cNvPr id="4046" name="tx4046"/>
            <p:cNvSpPr/>
            <p:nvPr/>
          </p:nvSpPr>
          <p:spPr>
            <a:xfrm>
              <a:off x="666023" y="615475"/>
              <a:ext cx="2139055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Interaction HR 0.906 (0.838-0.980), P = 0.014.</a:t>
              </a:r>
            </a:p>
          </p:txBody>
        </p:sp>
        <p:sp>
          <p:nvSpPr>
            <p:cNvPr id="4047" name="tx4047"/>
            <p:cNvSpPr/>
            <p:nvPr/>
          </p:nvSpPr>
          <p:spPr>
            <a:xfrm>
              <a:off x="666023" y="328384"/>
              <a:ext cx="417414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Warming stops helping once a province passes the thermal envelope</a:t>
              </a:r>
            </a:p>
          </p:txBody>
        </p:sp>
        <p:sp>
          <p:nvSpPr>
            <p:cNvPr id="4048" name="tx4048"/>
            <p:cNvSpPr/>
            <p:nvPr/>
          </p:nvSpPr>
          <p:spPr>
            <a:xfrm>
              <a:off x="335753" y="3219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4049" name="rc4049"/>
            <p:cNvSpPr/>
            <p:nvPr/>
          </p:nvSpPr>
          <p:spPr>
            <a:xfrm>
              <a:off x="5859264" y="1032892"/>
              <a:ext cx="4576966" cy="9566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5859264" y="1946061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5859264" y="1771150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5859264" y="1596239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5859264" y="1421327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5859264" y="1246416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5859264" y="1071505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7983679" y="1032892"/>
              <a:ext cx="0" cy="956653"/>
            </a:xfrm>
            <a:custGeom>
              <a:avLst/>
              <a:pathLst>
                <a:path w="0" h="956653">
                  <a:moveTo>
                    <a:pt x="0" y="9566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57" name="pg4057"/>
            <p:cNvSpPr/>
            <p:nvPr/>
          </p:nvSpPr>
          <p:spPr>
            <a:xfrm>
              <a:off x="6067307" y="1076376"/>
              <a:ext cx="4160878" cy="869685"/>
            </a:xfrm>
            <a:custGeom>
              <a:avLst/>
              <a:pathLst>
                <a:path w="4160878" h="869685">
                  <a:moveTo>
                    <a:pt x="0" y="868224"/>
                  </a:moveTo>
                  <a:lnTo>
                    <a:pt x="8142" y="867975"/>
                  </a:lnTo>
                  <a:lnTo>
                    <a:pt x="16285" y="867713"/>
                  </a:lnTo>
                  <a:lnTo>
                    <a:pt x="24427" y="867442"/>
                  </a:lnTo>
                  <a:lnTo>
                    <a:pt x="32570" y="867167"/>
                  </a:lnTo>
                  <a:lnTo>
                    <a:pt x="40713" y="866891"/>
                  </a:lnTo>
                  <a:lnTo>
                    <a:pt x="48855" y="866618"/>
                  </a:lnTo>
                  <a:lnTo>
                    <a:pt x="56998" y="866352"/>
                  </a:lnTo>
                  <a:lnTo>
                    <a:pt x="65140" y="866096"/>
                  </a:lnTo>
                  <a:lnTo>
                    <a:pt x="73283" y="865851"/>
                  </a:lnTo>
                  <a:lnTo>
                    <a:pt x="81426" y="865617"/>
                  </a:lnTo>
                  <a:lnTo>
                    <a:pt x="89568" y="865392"/>
                  </a:lnTo>
                  <a:lnTo>
                    <a:pt x="97711" y="865174"/>
                  </a:lnTo>
                  <a:lnTo>
                    <a:pt x="105854" y="864963"/>
                  </a:lnTo>
                  <a:lnTo>
                    <a:pt x="113996" y="864757"/>
                  </a:lnTo>
                  <a:lnTo>
                    <a:pt x="122139" y="864553"/>
                  </a:lnTo>
                  <a:lnTo>
                    <a:pt x="130281" y="864352"/>
                  </a:lnTo>
                  <a:lnTo>
                    <a:pt x="138424" y="864155"/>
                  </a:lnTo>
                  <a:lnTo>
                    <a:pt x="146567" y="863963"/>
                  </a:lnTo>
                  <a:lnTo>
                    <a:pt x="154709" y="863778"/>
                  </a:lnTo>
                  <a:lnTo>
                    <a:pt x="162852" y="863606"/>
                  </a:lnTo>
                  <a:lnTo>
                    <a:pt x="170995" y="863451"/>
                  </a:lnTo>
                  <a:lnTo>
                    <a:pt x="179137" y="863314"/>
                  </a:lnTo>
                  <a:lnTo>
                    <a:pt x="187280" y="863200"/>
                  </a:lnTo>
                  <a:lnTo>
                    <a:pt x="195422" y="863110"/>
                  </a:lnTo>
                  <a:lnTo>
                    <a:pt x="203565" y="863042"/>
                  </a:lnTo>
                  <a:lnTo>
                    <a:pt x="211708" y="862995"/>
                  </a:lnTo>
                  <a:lnTo>
                    <a:pt x="219850" y="862964"/>
                  </a:lnTo>
                  <a:lnTo>
                    <a:pt x="227993" y="862941"/>
                  </a:lnTo>
                  <a:lnTo>
                    <a:pt x="236135" y="862918"/>
                  </a:lnTo>
                  <a:lnTo>
                    <a:pt x="244278" y="862884"/>
                  </a:lnTo>
                  <a:lnTo>
                    <a:pt x="252421" y="862824"/>
                  </a:lnTo>
                  <a:lnTo>
                    <a:pt x="260563" y="862723"/>
                  </a:lnTo>
                  <a:lnTo>
                    <a:pt x="268706" y="862570"/>
                  </a:lnTo>
                  <a:lnTo>
                    <a:pt x="276849" y="862352"/>
                  </a:lnTo>
                  <a:lnTo>
                    <a:pt x="284991" y="862059"/>
                  </a:lnTo>
                  <a:lnTo>
                    <a:pt x="293134" y="861680"/>
                  </a:lnTo>
                  <a:lnTo>
                    <a:pt x="301276" y="861209"/>
                  </a:lnTo>
                  <a:lnTo>
                    <a:pt x="309419" y="860638"/>
                  </a:lnTo>
                  <a:lnTo>
                    <a:pt x="317562" y="859964"/>
                  </a:lnTo>
                  <a:lnTo>
                    <a:pt x="325704" y="859182"/>
                  </a:lnTo>
                  <a:lnTo>
                    <a:pt x="333847" y="858289"/>
                  </a:lnTo>
                  <a:lnTo>
                    <a:pt x="341990" y="857278"/>
                  </a:lnTo>
                  <a:lnTo>
                    <a:pt x="350132" y="856139"/>
                  </a:lnTo>
                  <a:lnTo>
                    <a:pt x="358275" y="854876"/>
                  </a:lnTo>
                  <a:lnTo>
                    <a:pt x="366417" y="853482"/>
                  </a:lnTo>
                  <a:lnTo>
                    <a:pt x="374560" y="851950"/>
                  </a:lnTo>
                  <a:lnTo>
                    <a:pt x="382703" y="850275"/>
                  </a:lnTo>
                  <a:lnTo>
                    <a:pt x="390845" y="848447"/>
                  </a:lnTo>
                  <a:lnTo>
                    <a:pt x="398988" y="846463"/>
                  </a:lnTo>
                  <a:lnTo>
                    <a:pt x="407130" y="844317"/>
                  </a:lnTo>
                  <a:lnTo>
                    <a:pt x="415273" y="842009"/>
                  </a:lnTo>
                  <a:lnTo>
                    <a:pt x="423416" y="839540"/>
                  </a:lnTo>
                  <a:lnTo>
                    <a:pt x="431558" y="836913"/>
                  </a:lnTo>
                  <a:lnTo>
                    <a:pt x="439701" y="834126"/>
                  </a:lnTo>
                  <a:lnTo>
                    <a:pt x="447844" y="831210"/>
                  </a:lnTo>
                  <a:lnTo>
                    <a:pt x="455986" y="828183"/>
                  </a:lnTo>
                  <a:lnTo>
                    <a:pt x="464129" y="825068"/>
                  </a:lnTo>
                  <a:lnTo>
                    <a:pt x="472271" y="821892"/>
                  </a:lnTo>
                  <a:lnTo>
                    <a:pt x="480414" y="818683"/>
                  </a:lnTo>
                  <a:lnTo>
                    <a:pt x="488557" y="815475"/>
                  </a:lnTo>
                  <a:lnTo>
                    <a:pt x="496699" y="812303"/>
                  </a:lnTo>
                  <a:lnTo>
                    <a:pt x="504842" y="809203"/>
                  </a:lnTo>
                  <a:lnTo>
                    <a:pt x="512985" y="806210"/>
                  </a:lnTo>
                  <a:lnTo>
                    <a:pt x="521127" y="803361"/>
                  </a:lnTo>
                  <a:lnTo>
                    <a:pt x="529270" y="800707"/>
                  </a:lnTo>
                  <a:lnTo>
                    <a:pt x="537412" y="798266"/>
                  </a:lnTo>
                  <a:lnTo>
                    <a:pt x="545555" y="796057"/>
                  </a:lnTo>
                  <a:lnTo>
                    <a:pt x="553698" y="794092"/>
                  </a:lnTo>
                  <a:lnTo>
                    <a:pt x="561840" y="792380"/>
                  </a:lnTo>
                  <a:lnTo>
                    <a:pt x="569983" y="790921"/>
                  </a:lnTo>
                  <a:lnTo>
                    <a:pt x="578125" y="789709"/>
                  </a:lnTo>
                  <a:lnTo>
                    <a:pt x="586268" y="788731"/>
                  </a:lnTo>
                  <a:lnTo>
                    <a:pt x="594411" y="787972"/>
                  </a:lnTo>
                  <a:lnTo>
                    <a:pt x="602553" y="787412"/>
                  </a:lnTo>
                  <a:lnTo>
                    <a:pt x="610696" y="787030"/>
                  </a:lnTo>
                  <a:lnTo>
                    <a:pt x="618839" y="786811"/>
                  </a:lnTo>
                  <a:lnTo>
                    <a:pt x="626981" y="786725"/>
                  </a:lnTo>
                  <a:lnTo>
                    <a:pt x="635124" y="786745"/>
                  </a:lnTo>
                  <a:lnTo>
                    <a:pt x="643266" y="786850"/>
                  </a:lnTo>
                  <a:lnTo>
                    <a:pt x="651409" y="787019"/>
                  </a:lnTo>
                  <a:lnTo>
                    <a:pt x="659552" y="787232"/>
                  </a:lnTo>
                  <a:lnTo>
                    <a:pt x="667694" y="787471"/>
                  </a:lnTo>
                  <a:lnTo>
                    <a:pt x="675837" y="787715"/>
                  </a:lnTo>
                  <a:lnTo>
                    <a:pt x="683980" y="787943"/>
                  </a:lnTo>
                  <a:lnTo>
                    <a:pt x="692122" y="788136"/>
                  </a:lnTo>
                  <a:lnTo>
                    <a:pt x="700265" y="788270"/>
                  </a:lnTo>
                  <a:lnTo>
                    <a:pt x="708407" y="788323"/>
                  </a:lnTo>
                  <a:lnTo>
                    <a:pt x="716550" y="788265"/>
                  </a:lnTo>
                  <a:lnTo>
                    <a:pt x="724693" y="788086"/>
                  </a:lnTo>
                  <a:lnTo>
                    <a:pt x="732835" y="787772"/>
                  </a:lnTo>
                  <a:lnTo>
                    <a:pt x="740978" y="787315"/>
                  </a:lnTo>
                  <a:lnTo>
                    <a:pt x="749121" y="786713"/>
                  </a:lnTo>
                  <a:lnTo>
                    <a:pt x="757263" y="785972"/>
                  </a:lnTo>
                  <a:lnTo>
                    <a:pt x="765406" y="785102"/>
                  </a:lnTo>
                  <a:lnTo>
                    <a:pt x="773548" y="784121"/>
                  </a:lnTo>
                  <a:lnTo>
                    <a:pt x="781691" y="783050"/>
                  </a:lnTo>
                  <a:lnTo>
                    <a:pt x="789834" y="781911"/>
                  </a:lnTo>
                  <a:lnTo>
                    <a:pt x="797976" y="780728"/>
                  </a:lnTo>
                  <a:lnTo>
                    <a:pt x="806119" y="779519"/>
                  </a:lnTo>
                  <a:lnTo>
                    <a:pt x="814261" y="778301"/>
                  </a:lnTo>
                  <a:lnTo>
                    <a:pt x="822404" y="777078"/>
                  </a:lnTo>
                  <a:lnTo>
                    <a:pt x="830547" y="775847"/>
                  </a:lnTo>
                  <a:lnTo>
                    <a:pt x="838689" y="774596"/>
                  </a:lnTo>
                  <a:lnTo>
                    <a:pt x="846832" y="773309"/>
                  </a:lnTo>
                  <a:lnTo>
                    <a:pt x="854975" y="771967"/>
                  </a:lnTo>
                  <a:lnTo>
                    <a:pt x="863117" y="770547"/>
                  </a:lnTo>
                  <a:lnTo>
                    <a:pt x="871260" y="769026"/>
                  </a:lnTo>
                  <a:lnTo>
                    <a:pt x="879402" y="767384"/>
                  </a:lnTo>
                  <a:lnTo>
                    <a:pt x="887545" y="765602"/>
                  </a:lnTo>
                  <a:lnTo>
                    <a:pt x="895688" y="763647"/>
                  </a:lnTo>
                  <a:lnTo>
                    <a:pt x="903830" y="761518"/>
                  </a:lnTo>
                  <a:lnTo>
                    <a:pt x="911973" y="759204"/>
                  </a:lnTo>
                  <a:lnTo>
                    <a:pt x="920116" y="756695"/>
                  </a:lnTo>
                  <a:lnTo>
                    <a:pt x="928258" y="753982"/>
                  </a:lnTo>
                  <a:lnTo>
                    <a:pt x="936401" y="751054"/>
                  </a:lnTo>
                  <a:lnTo>
                    <a:pt x="944543" y="747902"/>
                  </a:lnTo>
                  <a:lnTo>
                    <a:pt x="952686" y="744520"/>
                  </a:lnTo>
                  <a:lnTo>
                    <a:pt x="960829" y="740905"/>
                  </a:lnTo>
                  <a:lnTo>
                    <a:pt x="968971" y="737060"/>
                  </a:lnTo>
                  <a:lnTo>
                    <a:pt x="977114" y="732996"/>
                  </a:lnTo>
                  <a:lnTo>
                    <a:pt x="985256" y="728722"/>
                  </a:lnTo>
                  <a:lnTo>
                    <a:pt x="993399" y="724277"/>
                  </a:lnTo>
                  <a:lnTo>
                    <a:pt x="1001542" y="719712"/>
                  </a:lnTo>
                  <a:lnTo>
                    <a:pt x="1009684" y="715075"/>
                  </a:lnTo>
                  <a:lnTo>
                    <a:pt x="1017827" y="710415"/>
                  </a:lnTo>
                  <a:lnTo>
                    <a:pt x="1025970" y="705783"/>
                  </a:lnTo>
                  <a:lnTo>
                    <a:pt x="1034112" y="701227"/>
                  </a:lnTo>
                  <a:lnTo>
                    <a:pt x="1042255" y="696787"/>
                  </a:lnTo>
                  <a:lnTo>
                    <a:pt x="1050397" y="692496"/>
                  </a:lnTo>
                  <a:lnTo>
                    <a:pt x="1058540" y="688377"/>
                  </a:lnTo>
                  <a:lnTo>
                    <a:pt x="1066683" y="684439"/>
                  </a:lnTo>
                  <a:lnTo>
                    <a:pt x="1074825" y="680684"/>
                  </a:lnTo>
                  <a:lnTo>
                    <a:pt x="1082968" y="677099"/>
                  </a:lnTo>
                  <a:lnTo>
                    <a:pt x="1091111" y="673635"/>
                  </a:lnTo>
                  <a:lnTo>
                    <a:pt x="1099253" y="670247"/>
                  </a:lnTo>
                  <a:lnTo>
                    <a:pt x="1107396" y="666880"/>
                  </a:lnTo>
                  <a:lnTo>
                    <a:pt x="1115538" y="663469"/>
                  </a:lnTo>
                  <a:lnTo>
                    <a:pt x="1123681" y="659947"/>
                  </a:lnTo>
                  <a:lnTo>
                    <a:pt x="1131824" y="656246"/>
                  </a:lnTo>
                  <a:lnTo>
                    <a:pt x="1139966" y="652304"/>
                  </a:lnTo>
                  <a:lnTo>
                    <a:pt x="1148109" y="648073"/>
                  </a:lnTo>
                  <a:lnTo>
                    <a:pt x="1156251" y="643521"/>
                  </a:lnTo>
                  <a:lnTo>
                    <a:pt x="1164394" y="638641"/>
                  </a:lnTo>
                  <a:lnTo>
                    <a:pt x="1172537" y="633431"/>
                  </a:lnTo>
                  <a:lnTo>
                    <a:pt x="1180679" y="627987"/>
                  </a:lnTo>
                  <a:lnTo>
                    <a:pt x="1188822" y="622397"/>
                  </a:lnTo>
                  <a:lnTo>
                    <a:pt x="1196965" y="616766"/>
                  </a:lnTo>
                  <a:lnTo>
                    <a:pt x="1205107" y="611210"/>
                  </a:lnTo>
                  <a:lnTo>
                    <a:pt x="1213250" y="605844"/>
                  </a:lnTo>
                  <a:lnTo>
                    <a:pt x="1221392" y="600772"/>
                  </a:lnTo>
                  <a:lnTo>
                    <a:pt x="1229535" y="596080"/>
                  </a:lnTo>
                  <a:lnTo>
                    <a:pt x="1237678" y="591831"/>
                  </a:lnTo>
                  <a:lnTo>
                    <a:pt x="1245820" y="588055"/>
                  </a:lnTo>
                  <a:lnTo>
                    <a:pt x="1253963" y="584755"/>
                  </a:lnTo>
                  <a:lnTo>
                    <a:pt x="1262106" y="581938"/>
                  </a:lnTo>
                  <a:lnTo>
                    <a:pt x="1270248" y="579512"/>
                  </a:lnTo>
                  <a:lnTo>
                    <a:pt x="1278391" y="577395"/>
                  </a:lnTo>
                  <a:lnTo>
                    <a:pt x="1286533" y="575499"/>
                  </a:lnTo>
                  <a:lnTo>
                    <a:pt x="1294676" y="573730"/>
                  </a:lnTo>
                  <a:lnTo>
                    <a:pt x="1302819" y="571988"/>
                  </a:lnTo>
                  <a:lnTo>
                    <a:pt x="1310961" y="570171"/>
                  </a:lnTo>
                  <a:lnTo>
                    <a:pt x="1319104" y="568174"/>
                  </a:lnTo>
                  <a:lnTo>
                    <a:pt x="1327246" y="565895"/>
                  </a:lnTo>
                  <a:lnTo>
                    <a:pt x="1335389" y="563237"/>
                  </a:lnTo>
                  <a:lnTo>
                    <a:pt x="1343532" y="560115"/>
                  </a:lnTo>
                  <a:lnTo>
                    <a:pt x="1351674" y="556427"/>
                  </a:lnTo>
                  <a:lnTo>
                    <a:pt x="1359817" y="552131"/>
                  </a:lnTo>
                  <a:lnTo>
                    <a:pt x="1367960" y="547252"/>
                  </a:lnTo>
                  <a:lnTo>
                    <a:pt x="1376102" y="541821"/>
                  </a:lnTo>
                  <a:lnTo>
                    <a:pt x="1384245" y="535901"/>
                  </a:lnTo>
                  <a:lnTo>
                    <a:pt x="1392387" y="529585"/>
                  </a:lnTo>
                  <a:lnTo>
                    <a:pt x="1400530" y="522986"/>
                  </a:lnTo>
                  <a:lnTo>
                    <a:pt x="1408673" y="516230"/>
                  </a:lnTo>
                  <a:lnTo>
                    <a:pt x="1416815" y="509442"/>
                  </a:lnTo>
                  <a:lnTo>
                    <a:pt x="1424958" y="502743"/>
                  </a:lnTo>
                  <a:lnTo>
                    <a:pt x="1433101" y="496234"/>
                  </a:lnTo>
                  <a:lnTo>
                    <a:pt x="1441243" y="490003"/>
                  </a:lnTo>
                  <a:lnTo>
                    <a:pt x="1449386" y="484118"/>
                  </a:lnTo>
                  <a:lnTo>
                    <a:pt x="1457528" y="478568"/>
                  </a:lnTo>
                  <a:lnTo>
                    <a:pt x="1465671" y="473340"/>
                  </a:lnTo>
                  <a:lnTo>
                    <a:pt x="1473814" y="468399"/>
                  </a:lnTo>
                  <a:lnTo>
                    <a:pt x="1481956" y="463700"/>
                  </a:lnTo>
                  <a:lnTo>
                    <a:pt x="1490099" y="459187"/>
                  </a:lnTo>
                  <a:lnTo>
                    <a:pt x="1498242" y="454805"/>
                  </a:lnTo>
                  <a:lnTo>
                    <a:pt x="1506384" y="450498"/>
                  </a:lnTo>
                  <a:lnTo>
                    <a:pt x="1514527" y="446218"/>
                  </a:lnTo>
                  <a:lnTo>
                    <a:pt x="1522669" y="441923"/>
                  </a:lnTo>
                  <a:lnTo>
                    <a:pt x="1530812" y="437578"/>
                  </a:lnTo>
                  <a:lnTo>
                    <a:pt x="1538955" y="433142"/>
                  </a:lnTo>
                  <a:lnTo>
                    <a:pt x="1547097" y="428598"/>
                  </a:lnTo>
                  <a:lnTo>
                    <a:pt x="1555240" y="423921"/>
                  </a:lnTo>
                  <a:lnTo>
                    <a:pt x="1563382" y="419080"/>
                  </a:lnTo>
                  <a:lnTo>
                    <a:pt x="1571525" y="414039"/>
                  </a:lnTo>
                  <a:lnTo>
                    <a:pt x="1579668" y="408750"/>
                  </a:lnTo>
                  <a:lnTo>
                    <a:pt x="1587810" y="403152"/>
                  </a:lnTo>
                  <a:lnTo>
                    <a:pt x="1595953" y="397169"/>
                  </a:lnTo>
                  <a:lnTo>
                    <a:pt x="1604096" y="390713"/>
                  </a:lnTo>
                  <a:lnTo>
                    <a:pt x="1612238" y="383682"/>
                  </a:lnTo>
                  <a:lnTo>
                    <a:pt x="1620381" y="375967"/>
                  </a:lnTo>
                  <a:lnTo>
                    <a:pt x="1628523" y="367377"/>
                  </a:lnTo>
                  <a:lnTo>
                    <a:pt x="1636666" y="357845"/>
                  </a:lnTo>
                  <a:lnTo>
                    <a:pt x="1644809" y="347313"/>
                  </a:lnTo>
                  <a:lnTo>
                    <a:pt x="1652951" y="335736"/>
                  </a:lnTo>
                  <a:lnTo>
                    <a:pt x="1661094" y="323110"/>
                  </a:lnTo>
                  <a:lnTo>
                    <a:pt x="1669237" y="309476"/>
                  </a:lnTo>
                  <a:lnTo>
                    <a:pt x="1677379" y="294924"/>
                  </a:lnTo>
                  <a:lnTo>
                    <a:pt x="1685522" y="279587"/>
                  </a:lnTo>
                  <a:lnTo>
                    <a:pt x="1693664" y="263640"/>
                  </a:lnTo>
                  <a:lnTo>
                    <a:pt x="1701807" y="247284"/>
                  </a:lnTo>
                  <a:lnTo>
                    <a:pt x="1709950" y="230739"/>
                  </a:lnTo>
                  <a:lnTo>
                    <a:pt x="1718092" y="214245"/>
                  </a:lnTo>
                  <a:lnTo>
                    <a:pt x="1726235" y="198051"/>
                  </a:lnTo>
                  <a:lnTo>
                    <a:pt x="1734377" y="182339"/>
                  </a:lnTo>
                  <a:lnTo>
                    <a:pt x="1742520" y="167270"/>
                  </a:lnTo>
                  <a:lnTo>
                    <a:pt x="1750663" y="152973"/>
                  </a:lnTo>
                  <a:lnTo>
                    <a:pt x="1758805" y="139554"/>
                  </a:lnTo>
                  <a:lnTo>
                    <a:pt x="1766948" y="127089"/>
                  </a:lnTo>
                  <a:lnTo>
                    <a:pt x="1775091" y="115633"/>
                  </a:lnTo>
                  <a:lnTo>
                    <a:pt x="1783233" y="105215"/>
                  </a:lnTo>
                  <a:lnTo>
                    <a:pt x="1791376" y="95843"/>
                  </a:lnTo>
                  <a:lnTo>
                    <a:pt x="1799518" y="87495"/>
                  </a:lnTo>
                  <a:lnTo>
                    <a:pt x="1807661" y="80146"/>
                  </a:lnTo>
                  <a:lnTo>
                    <a:pt x="1815804" y="73740"/>
                  </a:lnTo>
                  <a:lnTo>
                    <a:pt x="1823946" y="68073"/>
                  </a:lnTo>
                  <a:lnTo>
                    <a:pt x="1832089" y="62992"/>
                  </a:lnTo>
                  <a:lnTo>
                    <a:pt x="1840232" y="58326"/>
                  </a:lnTo>
                  <a:lnTo>
                    <a:pt x="1848374" y="53903"/>
                  </a:lnTo>
                  <a:lnTo>
                    <a:pt x="1856517" y="49558"/>
                  </a:lnTo>
                  <a:lnTo>
                    <a:pt x="1864659" y="45153"/>
                  </a:lnTo>
                  <a:lnTo>
                    <a:pt x="1872802" y="40589"/>
                  </a:lnTo>
                  <a:lnTo>
                    <a:pt x="1880945" y="35817"/>
                  </a:lnTo>
                  <a:lnTo>
                    <a:pt x="1889087" y="30842"/>
                  </a:lnTo>
                  <a:lnTo>
                    <a:pt x="1897230" y="25726"/>
                  </a:lnTo>
                  <a:lnTo>
                    <a:pt x="1905372" y="20603"/>
                  </a:lnTo>
                  <a:lnTo>
                    <a:pt x="1913515" y="15660"/>
                  </a:lnTo>
                  <a:lnTo>
                    <a:pt x="1921658" y="11088"/>
                  </a:lnTo>
                  <a:lnTo>
                    <a:pt x="1929800" y="7083"/>
                  </a:lnTo>
                  <a:lnTo>
                    <a:pt x="1937943" y="3832"/>
                  </a:lnTo>
                  <a:lnTo>
                    <a:pt x="1946086" y="1494"/>
                  </a:lnTo>
                  <a:lnTo>
                    <a:pt x="1954228" y="192"/>
                  </a:lnTo>
                  <a:lnTo>
                    <a:pt x="1962371" y="0"/>
                  </a:lnTo>
                  <a:lnTo>
                    <a:pt x="1970513" y="933"/>
                  </a:lnTo>
                  <a:lnTo>
                    <a:pt x="1978656" y="2953"/>
                  </a:lnTo>
                  <a:lnTo>
                    <a:pt x="1986799" y="5961"/>
                  </a:lnTo>
                  <a:lnTo>
                    <a:pt x="1994941" y="9858"/>
                  </a:lnTo>
                  <a:lnTo>
                    <a:pt x="2003084" y="14376"/>
                  </a:lnTo>
                  <a:lnTo>
                    <a:pt x="2011227" y="19276"/>
                  </a:lnTo>
                  <a:lnTo>
                    <a:pt x="2019369" y="24343"/>
                  </a:lnTo>
                  <a:lnTo>
                    <a:pt x="2027512" y="29374"/>
                  </a:lnTo>
                  <a:lnTo>
                    <a:pt x="2035654" y="34199"/>
                  </a:lnTo>
                  <a:lnTo>
                    <a:pt x="2043797" y="38681"/>
                  </a:lnTo>
                  <a:lnTo>
                    <a:pt x="2051940" y="42732"/>
                  </a:lnTo>
                  <a:lnTo>
                    <a:pt x="2060082" y="46308"/>
                  </a:lnTo>
                  <a:lnTo>
                    <a:pt x="2068225" y="49410"/>
                  </a:lnTo>
                  <a:lnTo>
                    <a:pt x="2076367" y="52082"/>
                  </a:lnTo>
                  <a:lnTo>
                    <a:pt x="2084510" y="54391"/>
                  </a:lnTo>
                  <a:lnTo>
                    <a:pt x="2092653" y="56467"/>
                  </a:lnTo>
                  <a:lnTo>
                    <a:pt x="2100795" y="58460"/>
                  </a:lnTo>
                  <a:lnTo>
                    <a:pt x="2108938" y="60511"/>
                  </a:lnTo>
                  <a:lnTo>
                    <a:pt x="2117081" y="62761"/>
                  </a:lnTo>
                  <a:lnTo>
                    <a:pt x="2125223" y="65349"/>
                  </a:lnTo>
                  <a:lnTo>
                    <a:pt x="2133366" y="68404"/>
                  </a:lnTo>
                  <a:lnTo>
                    <a:pt x="2141508" y="72038"/>
                  </a:lnTo>
                  <a:lnTo>
                    <a:pt x="2149651" y="76341"/>
                  </a:lnTo>
                  <a:lnTo>
                    <a:pt x="2157794" y="81377"/>
                  </a:lnTo>
                  <a:lnTo>
                    <a:pt x="2165936" y="87179"/>
                  </a:lnTo>
                  <a:lnTo>
                    <a:pt x="2174079" y="93763"/>
                  </a:lnTo>
                  <a:lnTo>
                    <a:pt x="2182222" y="101114"/>
                  </a:lnTo>
                  <a:lnTo>
                    <a:pt x="2190364" y="109078"/>
                  </a:lnTo>
                  <a:lnTo>
                    <a:pt x="2198507" y="117526"/>
                  </a:lnTo>
                  <a:lnTo>
                    <a:pt x="2206649" y="126302"/>
                  </a:lnTo>
                  <a:lnTo>
                    <a:pt x="2214792" y="135226"/>
                  </a:lnTo>
                  <a:lnTo>
                    <a:pt x="2222935" y="144104"/>
                  </a:lnTo>
                  <a:lnTo>
                    <a:pt x="2231077" y="152743"/>
                  </a:lnTo>
                  <a:lnTo>
                    <a:pt x="2239220" y="160953"/>
                  </a:lnTo>
                  <a:lnTo>
                    <a:pt x="2247363" y="168564"/>
                  </a:lnTo>
                  <a:lnTo>
                    <a:pt x="2255505" y="175434"/>
                  </a:lnTo>
                  <a:lnTo>
                    <a:pt x="2263648" y="181454"/>
                  </a:lnTo>
                  <a:lnTo>
                    <a:pt x="2271790" y="186457"/>
                  </a:lnTo>
                  <a:lnTo>
                    <a:pt x="2279933" y="190528"/>
                  </a:lnTo>
                  <a:lnTo>
                    <a:pt x="2288076" y="193701"/>
                  </a:lnTo>
                  <a:lnTo>
                    <a:pt x="2296218" y="196050"/>
                  </a:lnTo>
                  <a:lnTo>
                    <a:pt x="2304361" y="197679"/>
                  </a:lnTo>
                  <a:lnTo>
                    <a:pt x="2312503" y="198719"/>
                  </a:lnTo>
                  <a:lnTo>
                    <a:pt x="2320646" y="199316"/>
                  </a:lnTo>
                  <a:lnTo>
                    <a:pt x="2328789" y="199629"/>
                  </a:lnTo>
                  <a:lnTo>
                    <a:pt x="2336931" y="199818"/>
                  </a:lnTo>
                  <a:lnTo>
                    <a:pt x="2345074" y="200038"/>
                  </a:lnTo>
                  <a:lnTo>
                    <a:pt x="2353217" y="200428"/>
                  </a:lnTo>
                  <a:lnTo>
                    <a:pt x="2361359" y="201143"/>
                  </a:lnTo>
                  <a:lnTo>
                    <a:pt x="2369502" y="202265"/>
                  </a:lnTo>
                  <a:lnTo>
                    <a:pt x="2377644" y="203835"/>
                  </a:lnTo>
                  <a:lnTo>
                    <a:pt x="2385787" y="205866"/>
                  </a:lnTo>
                  <a:lnTo>
                    <a:pt x="2393930" y="208339"/>
                  </a:lnTo>
                  <a:lnTo>
                    <a:pt x="2402072" y="211205"/>
                  </a:lnTo>
                  <a:lnTo>
                    <a:pt x="2410215" y="214397"/>
                  </a:lnTo>
                  <a:lnTo>
                    <a:pt x="2418358" y="217832"/>
                  </a:lnTo>
                  <a:lnTo>
                    <a:pt x="2426500" y="221426"/>
                  </a:lnTo>
                  <a:lnTo>
                    <a:pt x="2434643" y="225100"/>
                  </a:lnTo>
                  <a:lnTo>
                    <a:pt x="2442785" y="228794"/>
                  </a:lnTo>
                  <a:lnTo>
                    <a:pt x="2450928" y="232468"/>
                  </a:lnTo>
                  <a:lnTo>
                    <a:pt x="2459071" y="236116"/>
                  </a:lnTo>
                  <a:lnTo>
                    <a:pt x="2467213" y="239763"/>
                  </a:lnTo>
                  <a:lnTo>
                    <a:pt x="2475356" y="243456"/>
                  </a:lnTo>
                  <a:lnTo>
                    <a:pt x="2483498" y="247252"/>
                  </a:lnTo>
                  <a:lnTo>
                    <a:pt x="2491641" y="251213"/>
                  </a:lnTo>
                  <a:lnTo>
                    <a:pt x="2499784" y="255396"/>
                  </a:lnTo>
                  <a:lnTo>
                    <a:pt x="2507926" y="259845"/>
                  </a:lnTo>
                  <a:lnTo>
                    <a:pt x="2516069" y="264590"/>
                  </a:lnTo>
                  <a:lnTo>
                    <a:pt x="2524212" y="269637"/>
                  </a:lnTo>
                  <a:lnTo>
                    <a:pt x="2532354" y="274975"/>
                  </a:lnTo>
                  <a:lnTo>
                    <a:pt x="2540497" y="280576"/>
                  </a:lnTo>
                  <a:lnTo>
                    <a:pt x="2548639" y="286395"/>
                  </a:lnTo>
                  <a:lnTo>
                    <a:pt x="2556782" y="292342"/>
                  </a:lnTo>
                  <a:lnTo>
                    <a:pt x="2564925" y="298344"/>
                  </a:lnTo>
                  <a:lnTo>
                    <a:pt x="2573067" y="304317"/>
                  </a:lnTo>
                  <a:lnTo>
                    <a:pt x="2581210" y="310174"/>
                  </a:lnTo>
                  <a:lnTo>
                    <a:pt x="2589353" y="315826"/>
                  </a:lnTo>
                  <a:lnTo>
                    <a:pt x="2597495" y="321180"/>
                  </a:lnTo>
                  <a:lnTo>
                    <a:pt x="2605638" y="326144"/>
                  </a:lnTo>
                  <a:lnTo>
                    <a:pt x="2613780" y="330628"/>
                  </a:lnTo>
                  <a:lnTo>
                    <a:pt x="2621923" y="334549"/>
                  </a:lnTo>
                  <a:lnTo>
                    <a:pt x="2630066" y="337831"/>
                  </a:lnTo>
                  <a:lnTo>
                    <a:pt x="2638208" y="340336"/>
                  </a:lnTo>
                  <a:lnTo>
                    <a:pt x="2646351" y="342093"/>
                  </a:lnTo>
                  <a:lnTo>
                    <a:pt x="2654493" y="343092"/>
                  </a:lnTo>
                  <a:lnTo>
                    <a:pt x="2662636" y="343349"/>
                  </a:lnTo>
                  <a:lnTo>
                    <a:pt x="2670779" y="342902"/>
                  </a:lnTo>
                  <a:lnTo>
                    <a:pt x="2678921" y="341814"/>
                  </a:lnTo>
                  <a:lnTo>
                    <a:pt x="2687064" y="340166"/>
                  </a:lnTo>
                  <a:lnTo>
                    <a:pt x="2695207" y="338054"/>
                  </a:lnTo>
                  <a:lnTo>
                    <a:pt x="2703349" y="335582"/>
                  </a:lnTo>
                  <a:lnTo>
                    <a:pt x="2711492" y="332853"/>
                  </a:lnTo>
                  <a:lnTo>
                    <a:pt x="2719634" y="329965"/>
                  </a:lnTo>
                  <a:lnTo>
                    <a:pt x="2727777" y="327001"/>
                  </a:lnTo>
                  <a:lnTo>
                    <a:pt x="2735920" y="324037"/>
                  </a:lnTo>
                  <a:lnTo>
                    <a:pt x="2744062" y="321116"/>
                  </a:lnTo>
                  <a:lnTo>
                    <a:pt x="2752205" y="318262"/>
                  </a:lnTo>
                  <a:lnTo>
                    <a:pt x="2760348" y="315487"/>
                  </a:lnTo>
                  <a:lnTo>
                    <a:pt x="2768490" y="312795"/>
                  </a:lnTo>
                  <a:lnTo>
                    <a:pt x="2776633" y="310189"/>
                  </a:lnTo>
                  <a:lnTo>
                    <a:pt x="2784775" y="307677"/>
                  </a:lnTo>
                  <a:lnTo>
                    <a:pt x="2792918" y="305276"/>
                  </a:lnTo>
                  <a:lnTo>
                    <a:pt x="2801061" y="303016"/>
                  </a:lnTo>
                  <a:lnTo>
                    <a:pt x="2809203" y="300941"/>
                  </a:lnTo>
                  <a:lnTo>
                    <a:pt x="2817346" y="299129"/>
                  </a:lnTo>
                  <a:lnTo>
                    <a:pt x="2825488" y="297671"/>
                  </a:lnTo>
                  <a:lnTo>
                    <a:pt x="2833631" y="296639"/>
                  </a:lnTo>
                  <a:lnTo>
                    <a:pt x="2841774" y="296119"/>
                  </a:lnTo>
                  <a:lnTo>
                    <a:pt x="2849916" y="296197"/>
                  </a:lnTo>
                  <a:lnTo>
                    <a:pt x="2858059" y="296945"/>
                  </a:lnTo>
                  <a:lnTo>
                    <a:pt x="2866202" y="298423"/>
                  </a:lnTo>
                  <a:lnTo>
                    <a:pt x="2874344" y="300674"/>
                  </a:lnTo>
                  <a:lnTo>
                    <a:pt x="2882487" y="303719"/>
                  </a:lnTo>
                  <a:lnTo>
                    <a:pt x="2890629" y="307560"/>
                  </a:lnTo>
                  <a:lnTo>
                    <a:pt x="2898772" y="312183"/>
                  </a:lnTo>
                  <a:lnTo>
                    <a:pt x="2906915" y="317573"/>
                  </a:lnTo>
                  <a:lnTo>
                    <a:pt x="2915057" y="323731"/>
                  </a:lnTo>
                  <a:lnTo>
                    <a:pt x="2923200" y="330550"/>
                  </a:lnTo>
                  <a:lnTo>
                    <a:pt x="2931343" y="337992"/>
                  </a:lnTo>
                  <a:lnTo>
                    <a:pt x="2939485" y="346026"/>
                  </a:lnTo>
                  <a:lnTo>
                    <a:pt x="2947628" y="354627"/>
                  </a:lnTo>
                  <a:lnTo>
                    <a:pt x="2955770" y="363781"/>
                  </a:lnTo>
                  <a:lnTo>
                    <a:pt x="2963913" y="373478"/>
                  </a:lnTo>
                  <a:lnTo>
                    <a:pt x="2972056" y="383712"/>
                  </a:lnTo>
                  <a:lnTo>
                    <a:pt x="2980198" y="394478"/>
                  </a:lnTo>
                  <a:lnTo>
                    <a:pt x="2988341" y="405766"/>
                  </a:lnTo>
                  <a:lnTo>
                    <a:pt x="2996484" y="417555"/>
                  </a:lnTo>
                  <a:lnTo>
                    <a:pt x="3004626" y="429856"/>
                  </a:lnTo>
                  <a:lnTo>
                    <a:pt x="3012769" y="442563"/>
                  </a:lnTo>
                  <a:lnTo>
                    <a:pt x="3020911" y="455599"/>
                  </a:lnTo>
                  <a:lnTo>
                    <a:pt x="3029054" y="468870"/>
                  </a:lnTo>
                  <a:lnTo>
                    <a:pt x="3037197" y="482267"/>
                  </a:lnTo>
                  <a:lnTo>
                    <a:pt x="3045339" y="495666"/>
                  </a:lnTo>
                  <a:lnTo>
                    <a:pt x="3053482" y="508937"/>
                  </a:lnTo>
                  <a:lnTo>
                    <a:pt x="3061624" y="521947"/>
                  </a:lnTo>
                  <a:lnTo>
                    <a:pt x="3069767" y="534570"/>
                  </a:lnTo>
                  <a:lnTo>
                    <a:pt x="3077910" y="546695"/>
                  </a:lnTo>
                  <a:lnTo>
                    <a:pt x="3086052" y="558231"/>
                  </a:lnTo>
                  <a:lnTo>
                    <a:pt x="3094195" y="569066"/>
                  </a:lnTo>
                  <a:lnTo>
                    <a:pt x="3102338" y="579204"/>
                  </a:lnTo>
                  <a:lnTo>
                    <a:pt x="3110480" y="588687"/>
                  </a:lnTo>
                  <a:lnTo>
                    <a:pt x="3118623" y="597569"/>
                  </a:lnTo>
                  <a:lnTo>
                    <a:pt x="3126765" y="605925"/>
                  </a:lnTo>
                  <a:lnTo>
                    <a:pt x="3134908" y="613852"/>
                  </a:lnTo>
                  <a:lnTo>
                    <a:pt x="3143051" y="621452"/>
                  </a:lnTo>
                  <a:lnTo>
                    <a:pt x="3151193" y="628827"/>
                  </a:lnTo>
                  <a:lnTo>
                    <a:pt x="3159336" y="636067"/>
                  </a:lnTo>
                  <a:lnTo>
                    <a:pt x="3167479" y="643243"/>
                  </a:lnTo>
                  <a:lnTo>
                    <a:pt x="3175621" y="650403"/>
                  </a:lnTo>
                  <a:lnTo>
                    <a:pt x="3183764" y="657567"/>
                  </a:lnTo>
                  <a:lnTo>
                    <a:pt x="3191906" y="664721"/>
                  </a:lnTo>
                  <a:lnTo>
                    <a:pt x="3200049" y="671826"/>
                  </a:lnTo>
                  <a:lnTo>
                    <a:pt x="3208192" y="678826"/>
                  </a:lnTo>
                  <a:lnTo>
                    <a:pt x="3216334" y="685655"/>
                  </a:lnTo>
                  <a:lnTo>
                    <a:pt x="3224477" y="692245"/>
                  </a:lnTo>
                  <a:lnTo>
                    <a:pt x="3232619" y="698529"/>
                  </a:lnTo>
                  <a:lnTo>
                    <a:pt x="3240762" y="704449"/>
                  </a:lnTo>
                  <a:lnTo>
                    <a:pt x="3248905" y="709960"/>
                  </a:lnTo>
                  <a:lnTo>
                    <a:pt x="3257047" y="715032"/>
                  </a:lnTo>
                  <a:lnTo>
                    <a:pt x="3265190" y="719651"/>
                  </a:lnTo>
                  <a:lnTo>
                    <a:pt x="3273333" y="723812"/>
                  </a:lnTo>
                  <a:lnTo>
                    <a:pt x="3281475" y="727509"/>
                  </a:lnTo>
                  <a:lnTo>
                    <a:pt x="3289618" y="730824"/>
                  </a:lnTo>
                  <a:lnTo>
                    <a:pt x="3297760" y="733807"/>
                  </a:lnTo>
                  <a:lnTo>
                    <a:pt x="3305903" y="736522"/>
                  </a:lnTo>
                  <a:lnTo>
                    <a:pt x="3314046" y="739036"/>
                  </a:lnTo>
                  <a:lnTo>
                    <a:pt x="3322188" y="741425"/>
                  </a:lnTo>
                  <a:lnTo>
                    <a:pt x="3330331" y="743765"/>
                  </a:lnTo>
                  <a:lnTo>
                    <a:pt x="3338474" y="746130"/>
                  </a:lnTo>
                  <a:lnTo>
                    <a:pt x="3346616" y="748591"/>
                  </a:lnTo>
                  <a:lnTo>
                    <a:pt x="3354759" y="751208"/>
                  </a:lnTo>
                  <a:lnTo>
                    <a:pt x="3362901" y="754031"/>
                  </a:lnTo>
                  <a:lnTo>
                    <a:pt x="3371044" y="757119"/>
                  </a:lnTo>
                  <a:lnTo>
                    <a:pt x="3379187" y="760462"/>
                  </a:lnTo>
                  <a:lnTo>
                    <a:pt x="3387329" y="764046"/>
                  </a:lnTo>
                  <a:lnTo>
                    <a:pt x="3395472" y="767842"/>
                  </a:lnTo>
                  <a:lnTo>
                    <a:pt x="3403614" y="771804"/>
                  </a:lnTo>
                  <a:lnTo>
                    <a:pt x="3411757" y="775872"/>
                  </a:lnTo>
                  <a:lnTo>
                    <a:pt x="3419900" y="779979"/>
                  </a:lnTo>
                  <a:lnTo>
                    <a:pt x="3428042" y="784054"/>
                  </a:lnTo>
                  <a:lnTo>
                    <a:pt x="3436185" y="788027"/>
                  </a:lnTo>
                  <a:lnTo>
                    <a:pt x="3444328" y="791835"/>
                  </a:lnTo>
                  <a:lnTo>
                    <a:pt x="3452470" y="795421"/>
                  </a:lnTo>
                  <a:lnTo>
                    <a:pt x="3460613" y="798723"/>
                  </a:lnTo>
                  <a:lnTo>
                    <a:pt x="3468755" y="801721"/>
                  </a:lnTo>
                  <a:lnTo>
                    <a:pt x="3476898" y="804414"/>
                  </a:lnTo>
                  <a:lnTo>
                    <a:pt x="3485041" y="806807"/>
                  </a:lnTo>
                  <a:lnTo>
                    <a:pt x="3493183" y="808914"/>
                  </a:lnTo>
                  <a:lnTo>
                    <a:pt x="3501326" y="810759"/>
                  </a:lnTo>
                  <a:lnTo>
                    <a:pt x="3509469" y="812373"/>
                  </a:lnTo>
                  <a:lnTo>
                    <a:pt x="3517611" y="813789"/>
                  </a:lnTo>
                  <a:lnTo>
                    <a:pt x="3525754" y="815045"/>
                  </a:lnTo>
                  <a:lnTo>
                    <a:pt x="3533896" y="816182"/>
                  </a:lnTo>
                  <a:lnTo>
                    <a:pt x="3542039" y="817236"/>
                  </a:lnTo>
                  <a:lnTo>
                    <a:pt x="3550182" y="818243"/>
                  </a:lnTo>
                  <a:lnTo>
                    <a:pt x="3558324" y="819244"/>
                  </a:lnTo>
                  <a:lnTo>
                    <a:pt x="3566467" y="820269"/>
                  </a:lnTo>
                  <a:lnTo>
                    <a:pt x="3574609" y="821344"/>
                  </a:lnTo>
                  <a:lnTo>
                    <a:pt x="3582752" y="822488"/>
                  </a:lnTo>
                  <a:lnTo>
                    <a:pt x="3590895" y="823717"/>
                  </a:lnTo>
                  <a:lnTo>
                    <a:pt x="3599037" y="825039"/>
                  </a:lnTo>
                  <a:lnTo>
                    <a:pt x="3607180" y="826460"/>
                  </a:lnTo>
                  <a:lnTo>
                    <a:pt x="3615323" y="827977"/>
                  </a:lnTo>
                  <a:lnTo>
                    <a:pt x="3623465" y="829585"/>
                  </a:lnTo>
                  <a:lnTo>
                    <a:pt x="3631608" y="831270"/>
                  </a:lnTo>
                  <a:lnTo>
                    <a:pt x="3639750" y="833019"/>
                  </a:lnTo>
                  <a:lnTo>
                    <a:pt x="3647893" y="834811"/>
                  </a:lnTo>
                  <a:lnTo>
                    <a:pt x="3656036" y="836619"/>
                  </a:lnTo>
                  <a:lnTo>
                    <a:pt x="3664178" y="838420"/>
                  </a:lnTo>
                  <a:lnTo>
                    <a:pt x="3672321" y="840191"/>
                  </a:lnTo>
                  <a:lnTo>
                    <a:pt x="3680464" y="841912"/>
                  </a:lnTo>
                  <a:lnTo>
                    <a:pt x="3688606" y="843564"/>
                  </a:lnTo>
                  <a:lnTo>
                    <a:pt x="3696749" y="845133"/>
                  </a:lnTo>
                  <a:lnTo>
                    <a:pt x="3704891" y="846605"/>
                  </a:lnTo>
                  <a:lnTo>
                    <a:pt x="3713034" y="847975"/>
                  </a:lnTo>
                  <a:lnTo>
                    <a:pt x="3721177" y="849238"/>
                  </a:lnTo>
                  <a:lnTo>
                    <a:pt x="3729319" y="850393"/>
                  </a:lnTo>
                  <a:lnTo>
                    <a:pt x="3737462" y="851436"/>
                  </a:lnTo>
                  <a:lnTo>
                    <a:pt x="3745605" y="852384"/>
                  </a:lnTo>
                  <a:lnTo>
                    <a:pt x="3753747" y="853249"/>
                  </a:lnTo>
                  <a:lnTo>
                    <a:pt x="3761890" y="854043"/>
                  </a:lnTo>
                  <a:lnTo>
                    <a:pt x="3770032" y="854778"/>
                  </a:lnTo>
                  <a:lnTo>
                    <a:pt x="3778175" y="855469"/>
                  </a:lnTo>
                  <a:lnTo>
                    <a:pt x="3786318" y="856129"/>
                  </a:lnTo>
                  <a:lnTo>
                    <a:pt x="3794460" y="856768"/>
                  </a:lnTo>
                  <a:lnTo>
                    <a:pt x="3802603" y="857396"/>
                  </a:lnTo>
                  <a:lnTo>
                    <a:pt x="3810745" y="858021"/>
                  </a:lnTo>
                  <a:lnTo>
                    <a:pt x="3818888" y="858647"/>
                  </a:lnTo>
                  <a:lnTo>
                    <a:pt x="3827031" y="859275"/>
                  </a:lnTo>
                  <a:lnTo>
                    <a:pt x="3835173" y="859902"/>
                  </a:lnTo>
                  <a:lnTo>
                    <a:pt x="3843316" y="860525"/>
                  </a:lnTo>
                  <a:lnTo>
                    <a:pt x="3851459" y="861137"/>
                  </a:lnTo>
                  <a:lnTo>
                    <a:pt x="3859601" y="861731"/>
                  </a:lnTo>
                  <a:lnTo>
                    <a:pt x="3867744" y="862301"/>
                  </a:lnTo>
                  <a:lnTo>
                    <a:pt x="3875886" y="862841"/>
                  </a:lnTo>
                  <a:lnTo>
                    <a:pt x="3884029" y="863344"/>
                  </a:lnTo>
                  <a:lnTo>
                    <a:pt x="3892172" y="863807"/>
                  </a:lnTo>
                  <a:lnTo>
                    <a:pt x="3900314" y="864228"/>
                  </a:lnTo>
                  <a:lnTo>
                    <a:pt x="3908457" y="864607"/>
                  </a:lnTo>
                  <a:lnTo>
                    <a:pt x="3916600" y="864942"/>
                  </a:lnTo>
                  <a:lnTo>
                    <a:pt x="3924742" y="865236"/>
                  </a:lnTo>
                  <a:lnTo>
                    <a:pt x="3932885" y="865496"/>
                  </a:lnTo>
                  <a:lnTo>
                    <a:pt x="3941027" y="865724"/>
                  </a:lnTo>
                  <a:lnTo>
                    <a:pt x="3949170" y="865926"/>
                  </a:lnTo>
                  <a:lnTo>
                    <a:pt x="3957313" y="866106"/>
                  </a:lnTo>
                  <a:lnTo>
                    <a:pt x="3965455" y="866268"/>
                  </a:lnTo>
                  <a:lnTo>
                    <a:pt x="3973598" y="866416"/>
                  </a:lnTo>
                  <a:lnTo>
                    <a:pt x="3981740" y="866553"/>
                  </a:lnTo>
                  <a:lnTo>
                    <a:pt x="3989883" y="866684"/>
                  </a:lnTo>
                  <a:lnTo>
                    <a:pt x="3998026" y="866811"/>
                  </a:lnTo>
                  <a:lnTo>
                    <a:pt x="4006168" y="866937"/>
                  </a:lnTo>
                  <a:lnTo>
                    <a:pt x="4014311" y="867065"/>
                  </a:lnTo>
                  <a:lnTo>
                    <a:pt x="4022454" y="867196"/>
                  </a:lnTo>
                  <a:lnTo>
                    <a:pt x="4030596" y="867331"/>
                  </a:lnTo>
                  <a:lnTo>
                    <a:pt x="4038739" y="867470"/>
                  </a:lnTo>
                  <a:lnTo>
                    <a:pt x="4046881" y="867614"/>
                  </a:lnTo>
                  <a:lnTo>
                    <a:pt x="4055024" y="867761"/>
                  </a:lnTo>
                  <a:lnTo>
                    <a:pt x="4063167" y="867911"/>
                  </a:lnTo>
                  <a:lnTo>
                    <a:pt x="4071309" y="868060"/>
                  </a:lnTo>
                  <a:lnTo>
                    <a:pt x="4079452" y="868209"/>
                  </a:lnTo>
                  <a:lnTo>
                    <a:pt x="4087595" y="868354"/>
                  </a:lnTo>
                  <a:lnTo>
                    <a:pt x="4095737" y="868494"/>
                  </a:lnTo>
                  <a:lnTo>
                    <a:pt x="4103880" y="868626"/>
                  </a:lnTo>
                  <a:lnTo>
                    <a:pt x="4112022" y="868750"/>
                  </a:lnTo>
                  <a:lnTo>
                    <a:pt x="4120165" y="868866"/>
                  </a:lnTo>
                  <a:lnTo>
                    <a:pt x="4128308" y="868972"/>
                  </a:lnTo>
                  <a:lnTo>
                    <a:pt x="4136450" y="869069"/>
                  </a:lnTo>
                  <a:lnTo>
                    <a:pt x="4144593" y="869156"/>
                  </a:lnTo>
                  <a:lnTo>
                    <a:pt x="4152735" y="869235"/>
                  </a:lnTo>
                  <a:lnTo>
                    <a:pt x="4160878" y="869305"/>
                  </a:lnTo>
                  <a:lnTo>
                    <a:pt x="4160878" y="869685"/>
                  </a:lnTo>
                  <a:lnTo>
                    <a:pt x="4152735" y="869685"/>
                  </a:lnTo>
                  <a:lnTo>
                    <a:pt x="4144593" y="869685"/>
                  </a:lnTo>
                  <a:lnTo>
                    <a:pt x="4136450" y="869685"/>
                  </a:lnTo>
                  <a:lnTo>
                    <a:pt x="4128308" y="869685"/>
                  </a:lnTo>
                  <a:lnTo>
                    <a:pt x="4120165" y="869685"/>
                  </a:lnTo>
                  <a:lnTo>
                    <a:pt x="4112022" y="869685"/>
                  </a:lnTo>
                  <a:lnTo>
                    <a:pt x="4103880" y="869685"/>
                  </a:lnTo>
                  <a:lnTo>
                    <a:pt x="4095737" y="869685"/>
                  </a:lnTo>
                  <a:lnTo>
                    <a:pt x="4087595" y="869685"/>
                  </a:lnTo>
                  <a:lnTo>
                    <a:pt x="4079452" y="869685"/>
                  </a:lnTo>
                  <a:lnTo>
                    <a:pt x="4071309" y="869685"/>
                  </a:lnTo>
                  <a:lnTo>
                    <a:pt x="4063167" y="869685"/>
                  </a:lnTo>
                  <a:lnTo>
                    <a:pt x="4055024" y="869685"/>
                  </a:lnTo>
                  <a:lnTo>
                    <a:pt x="4046881" y="869685"/>
                  </a:lnTo>
                  <a:lnTo>
                    <a:pt x="4038739" y="869685"/>
                  </a:lnTo>
                  <a:lnTo>
                    <a:pt x="4030596" y="869685"/>
                  </a:lnTo>
                  <a:lnTo>
                    <a:pt x="4022454" y="869685"/>
                  </a:lnTo>
                  <a:lnTo>
                    <a:pt x="4014311" y="869685"/>
                  </a:lnTo>
                  <a:lnTo>
                    <a:pt x="4006168" y="869685"/>
                  </a:lnTo>
                  <a:lnTo>
                    <a:pt x="3998026" y="869685"/>
                  </a:lnTo>
                  <a:lnTo>
                    <a:pt x="3989883" y="869685"/>
                  </a:lnTo>
                  <a:lnTo>
                    <a:pt x="3981740" y="869685"/>
                  </a:lnTo>
                  <a:lnTo>
                    <a:pt x="3973598" y="869685"/>
                  </a:lnTo>
                  <a:lnTo>
                    <a:pt x="3965455" y="869685"/>
                  </a:lnTo>
                  <a:lnTo>
                    <a:pt x="3957313" y="869685"/>
                  </a:lnTo>
                  <a:lnTo>
                    <a:pt x="3949170" y="869685"/>
                  </a:lnTo>
                  <a:lnTo>
                    <a:pt x="3941027" y="869685"/>
                  </a:lnTo>
                  <a:lnTo>
                    <a:pt x="3932885" y="869685"/>
                  </a:lnTo>
                  <a:lnTo>
                    <a:pt x="3924742" y="869685"/>
                  </a:lnTo>
                  <a:lnTo>
                    <a:pt x="3916600" y="869685"/>
                  </a:lnTo>
                  <a:lnTo>
                    <a:pt x="3908457" y="869685"/>
                  </a:lnTo>
                  <a:lnTo>
                    <a:pt x="3900314" y="869685"/>
                  </a:lnTo>
                  <a:lnTo>
                    <a:pt x="3892172" y="869685"/>
                  </a:lnTo>
                  <a:lnTo>
                    <a:pt x="3884029" y="869685"/>
                  </a:lnTo>
                  <a:lnTo>
                    <a:pt x="3875886" y="869685"/>
                  </a:lnTo>
                  <a:lnTo>
                    <a:pt x="3867744" y="869685"/>
                  </a:lnTo>
                  <a:lnTo>
                    <a:pt x="3859601" y="869685"/>
                  </a:lnTo>
                  <a:lnTo>
                    <a:pt x="3851459" y="869685"/>
                  </a:lnTo>
                  <a:lnTo>
                    <a:pt x="3843316" y="869685"/>
                  </a:lnTo>
                  <a:lnTo>
                    <a:pt x="3835173" y="869685"/>
                  </a:lnTo>
                  <a:lnTo>
                    <a:pt x="3827031" y="869685"/>
                  </a:lnTo>
                  <a:lnTo>
                    <a:pt x="3818888" y="869685"/>
                  </a:lnTo>
                  <a:lnTo>
                    <a:pt x="3810745" y="869685"/>
                  </a:lnTo>
                  <a:lnTo>
                    <a:pt x="3802603" y="869685"/>
                  </a:lnTo>
                  <a:lnTo>
                    <a:pt x="3794460" y="869685"/>
                  </a:lnTo>
                  <a:lnTo>
                    <a:pt x="3786318" y="869685"/>
                  </a:lnTo>
                  <a:lnTo>
                    <a:pt x="3778175" y="869685"/>
                  </a:lnTo>
                  <a:lnTo>
                    <a:pt x="3770032" y="869685"/>
                  </a:lnTo>
                  <a:lnTo>
                    <a:pt x="3761890" y="869685"/>
                  </a:lnTo>
                  <a:lnTo>
                    <a:pt x="3753747" y="869685"/>
                  </a:lnTo>
                  <a:lnTo>
                    <a:pt x="3745605" y="869685"/>
                  </a:lnTo>
                  <a:lnTo>
                    <a:pt x="3737462" y="869685"/>
                  </a:lnTo>
                  <a:lnTo>
                    <a:pt x="3729319" y="869685"/>
                  </a:lnTo>
                  <a:lnTo>
                    <a:pt x="3721177" y="869685"/>
                  </a:lnTo>
                  <a:lnTo>
                    <a:pt x="3713034" y="869685"/>
                  </a:lnTo>
                  <a:lnTo>
                    <a:pt x="3704891" y="869685"/>
                  </a:lnTo>
                  <a:lnTo>
                    <a:pt x="3696749" y="869685"/>
                  </a:lnTo>
                  <a:lnTo>
                    <a:pt x="3688606" y="869685"/>
                  </a:lnTo>
                  <a:lnTo>
                    <a:pt x="3680464" y="869685"/>
                  </a:lnTo>
                  <a:lnTo>
                    <a:pt x="3672321" y="869685"/>
                  </a:lnTo>
                  <a:lnTo>
                    <a:pt x="3664178" y="869685"/>
                  </a:lnTo>
                  <a:lnTo>
                    <a:pt x="3656036" y="869685"/>
                  </a:lnTo>
                  <a:lnTo>
                    <a:pt x="3647893" y="869685"/>
                  </a:lnTo>
                  <a:lnTo>
                    <a:pt x="3639750" y="869685"/>
                  </a:lnTo>
                  <a:lnTo>
                    <a:pt x="3631608" y="869685"/>
                  </a:lnTo>
                  <a:lnTo>
                    <a:pt x="3623465" y="869685"/>
                  </a:lnTo>
                  <a:lnTo>
                    <a:pt x="3615323" y="869685"/>
                  </a:lnTo>
                  <a:lnTo>
                    <a:pt x="3607180" y="869685"/>
                  </a:lnTo>
                  <a:lnTo>
                    <a:pt x="3599037" y="869685"/>
                  </a:lnTo>
                  <a:lnTo>
                    <a:pt x="3590895" y="869685"/>
                  </a:lnTo>
                  <a:lnTo>
                    <a:pt x="3582752" y="869685"/>
                  </a:lnTo>
                  <a:lnTo>
                    <a:pt x="3574609" y="869685"/>
                  </a:lnTo>
                  <a:lnTo>
                    <a:pt x="3566467" y="869685"/>
                  </a:lnTo>
                  <a:lnTo>
                    <a:pt x="3558324" y="869685"/>
                  </a:lnTo>
                  <a:lnTo>
                    <a:pt x="3550182" y="869685"/>
                  </a:lnTo>
                  <a:lnTo>
                    <a:pt x="3542039" y="869685"/>
                  </a:lnTo>
                  <a:lnTo>
                    <a:pt x="3533896" y="869685"/>
                  </a:lnTo>
                  <a:lnTo>
                    <a:pt x="3525754" y="869685"/>
                  </a:lnTo>
                  <a:lnTo>
                    <a:pt x="3517611" y="869685"/>
                  </a:lnTo>
                  <a:lnTo>
                    <a:pt x="3509469" y="869685"/>
                  </a:lnTo>
                  <a:lnTo>
                    <a:pt x="3501326" y="869685"/>
                  </a:lnTo>
                  <a:lnTo>
                    <a:pt x="3493183" y="869685"/>
                  </a:lnTo>
                  <a:lnTo>
                    <a:pt x="3485041" y="869685"/>
                  </a:lnTo>
                  <a:lnTo>
                    <a:pt x="3476898" y="869685"/>
                  </a:lnTo>
                  <a:lnTo>
                    <a:pt x="3468755" y="869685"/>
                  </a:lnTo>
                  <a:lnTo>
                    <a:pt x="3460613" y="869685"/>
                  </a:lnTo>
                  <a:lnTo>
                    <a:pt x="3452470" y="869685"/>
                  </a:lnTo>
                  <a:lnTo>
                    <a:pt x="3444328" y="869685"/>
                  </a:lnTo>
                  <a:lnTo>
                    <a:pt x="3436185" y="869685"/>
                  </a:lnTo>
                  <a:lnTo>
                    <a:pt x="3428042" y="869685"/>
                  </a:lnTo>
                  <a:lnTo>
                    <a:pt x="3419900" y="869685"/>
                  </a:lnTo>
                  <a:lnTo>
                    <a:pt x="3411757" y="869685"/>
                  </a:lnTo>
                  <a:lnTo>
                    <a:pt x="3403614" y="869685"/>
                  </a:lnTo>
                  <a:lnTo>
                    <a:pt x="3395472" y="869685"/>
                  </a:lnTo>
                  <a:lnTo>
                    <a:pt x="3387329" y="869685"/>
                  </a:lnTo>
                  <a:lnTo>
                    <a:pt x="3379187" y="869685"/>
                  </a:lnTo>
                  <a:lnTo>
                    <a:pt x="3371044" y="869685"/>
                  </a:lnTo>
                  <a:lnTo>
                    <a:pt x="3362901" y="869685"/>
                  </a:lnTo>
                  <a:lnTo>
                    <a:pt x="3354759" y="869685"/>
                  </a:lnTo>
                  <a:lnTo>
                    <a:pt x="3346616" y="869685"/>
                  </a:lnTo>
                  <a:lnTo>
                    <a:pt x="3338474" y="869685"/>
                  </a:lnTo>
                  <a:lnTo>
                    <a:pt x="3330331" y="869685"/>
                  </a:lnTo>
                  <a:lnTo>
                    <a:pt x="3322188" y="869685"/>
                  </a:lnTo>
                  <a:lnTo>
                    <a:pt x="3314046" y="869685"/>
                  </a:lnTo>
                  <a:lnTo>
                    <a:pt x="3305903" y="869685"/>
                  </a:lnTo>
                  <a:lnTo>
                    <a:pt x="3297760" y="869685"/>
                  </a:lnTo>
                  <a:lnTo>
                    <a:pt x="3289618" y="869685"/>
                  </a:lnTo>
                  <a:lnTo>
                    <a:pt x="3281475" y="869685"/>
                  </a:lnTo>
                  <a:lnTo>
                    <a:pt x="3273333" y="869685"/>
                  </a:lnTo>
                  <a:lnTo>
                    <a:pt x="3265190" y="869685"/>
                  </a:lnTo>
                  <a:lnTo>
                    <a:pt x="3257047" y="869685"/>
                  </a:lnTo>
                  <a:lnTo>
                    <a:pt x="3248905" y="869685"/>
                  </a:lnTo>
                  <a:lnTo>
                    <a:pt x="3240762" y="869685"/>
                  </a:lnTo>
                  <a:lnTo>
                    <a:pt x="3232619" y="869685"/>
                  </a:lnTo>
                  <a:lnTo>
                    <a:pt x="3224477" y="869685"/>
                  </a:lnTo>
                  <a:lnTo>
                    <a:pt x="3216334" y="869685"/>
                  </a:lnTo>
                  <a:lnTo>
                    <a:pt x="3208192" y="869685"/>
                  </a:lnTo>
                  <a:lnTo>
                    <a:pt x="3200049" y="869685"/>
                  </a:lnTo>
                  <a:lnTo>
                    <a:pt x="3191906" y="869685"/>
                  </a:lnTo>
                  <a:lnTo>
                    <a:pt x="3183764" y="869685"/>
                  </a:lnTo>
                  <a:lnTo>
                    <a:pt x="3175621" y="869685"/>
                  </a:lnTo>
                  <a:lnTo>
                    <a:pt x="3167479" y="869685"/>
                  </a:lnTo>
                  <a:lnTo>
                    <a:pt x="3159336" y="869685"/>
                  </a:lnTo>
                  <a:lnTo>
                    <a:pt x="3151193" y="869685"/>
                  </a:lnTo>
                  <a:lnTo>
                    <a:pt x="3143051" y="869685"/>
                  </a:lnTo>
                  <a:lnTo>
                    <a:pt x="3134908" y="869685"/>
                  </a:lnTo>
                  <a:lnTo>
                    <a:pt x="3126765" y="869685"/>
                  </a:lnTo>
                  <a:lnTo>
                    <a:pt x="3118623" y="869685"/>
                  </a:lnTo>
                  <a:lnTo>
                    <a:pt x="3110480" y="869685"/>
                  </a:lnTo>
                  <a:lnTo>
                    <a:pt x="3102338" y="869685"/>
                  </a:lnTo>
                  <a:lnTo>
                    <a:pt x="3094195" y="869685"/>
                  </a:lnTo>
                  <a:lnTo>
                    <a:pt x="3086052" y="869685"/>
                  </a:lnTo>
                  <a:lnTo>
                    <a:pt x="3077910" y="869685"/>
                  </a:lnTo>
                  <a:lnTo>
                    <a:pt x="3069767" y="869685"/>
                  </a:lnTo>
                  <a:lnTo>
                    <a:pt x="3061624" y="869685"/>
                  </a:lnTo>
                  <a:lnTo>
                    <a:pt x="3053482" y="869685"/>
                  </a:lnTo>
                  <a:lnTo>
                    <a:pt x="3045339" y="869685"/>
                  </a:lnTo>
                  <a:lnTo>
                    <a:pt x="3037197" y="869685"/>
                  </a:lnTo>
                  <a:lnTo>
                    <a:pt x="3029054" y="869685"/>
                  </a:lnTo>
                  <a:lnTo>
                    <a:pt x="3020911" y="869685"/>
                  </a:lnTo>
                  <a:lnTo>
                    <a:pt x="3012769" y="869685"/>
                  </a:lnTo>
                  <a:lnTo>
                    <a:pt x="3004626" y="869685"/>
                  </a:lnTo>
                  <a:lnTo>
                    <a:pt x="2996484" y="869685"/>
                  </a:lnTo>
                  <a:lnTo>
                    <a:pt x="2988341" y="869685"/>
                  </a:lnTo>
                  <a:lnTo>
                    <a:pt x="2980198" y="869685"/>
                  </a:lnTo>
                  <a:lnTo>
                    <a:pt x="2972056" y="869685"/>
                  </a:lnTo>
                  <a:lnTo>
                    <a:pt x="2963913" y="869685"/>
                  </a:lnTo>
                  <a:lnTo>
                    <a:pt x="2955770" y="869685"/>
                  </a:lnTo>
                  <a:lnTo>
                    <a:pt x="2947628" y="869685"/>
                  </a:lnTo>
                  <a:lnTo>
                    <a:pt x="2939485" y="869685"/>
                  </a:lnTo>
                  <a:lnTo>
                    <a:pt x="2931343" y="869685"/>
                  </a:lnTo>
                  <a:lnTo>
                    <a:pt x="2923200" y="869685"/>
                  </a:lnTo>
                  <a:lnTo>
                    <a:pt x="2915057" y="869685"/>
                  </a:lnTo>
                  <a:lnTo>
                    <a:pt x="2906915" y="869685"/>
                  </a:lnTo>
                  <a:lnTo>
                    <a:pt x="2898772" y="869685"/>
                  </a:lnTo>
                  <a:lnTo>
                    <a:pt x="2890629" y="869685"/>
                  </a:lnTo>
                  <a:lnTo>
                    <a:pt x="2882487" y="869685"/>
                  </a:lnTo>
                  <a:lnTo>
                    <a:pt x="2874344" y="869685"/>
                  </a:lnTo>
                  <a:lnTo>
                    <a:pt x="2866202" y="869685"/>
                  </a:lnTo>
                  <a:lnTo>
                    <a:pt x="2858059" y="869685"/>
                  </a:lnTo>
                  <a:lnTo>
                    <a:pt x="2849916" y="869685"/>
                  </a:lnTo>
                  <a:lnTo>
                    <a:pt x="2841774" y="869685"/>
                  </a:lnTo>
                  <a:lnTo>
                    <a:pt x="2833631" y="869685"/>
                  </a:lnTo>
                  <a:lnTo>
                    <a:pt x="2825488" y="869685"/>
                  </a:lnTo>
                  <a:lnTo>
                    <a:pt x="2817346" y="869685"/>
                  </a:lnTo>
                  <a:lnTo>
                    <a:pt x="2809203" y="869685"/>
                  </a:lnTo>
                  <a:lnTo>
                    <a:pt x="2801061" y="869685"/>
                  </a:lnTo>
                  <a:lnTo>
                    <a:pt x="2792918" y="869685"/>
                  </a:lnTo>
                  <a:lnTo>
                    <a:pt x="2784775" y="869685"/>
                  </a:lnTo>
                  <a:lnTo>
                    <a:pt x="2776633" y="869685"/>
                  </a:lnTo>
                  <a:lnTo>
                    <a:pt x="2768490" y="869685"/>
                  </a:lnTo>
                  <a:lnTo>
                    <a:pt x="2760348" y="869685"/>
                  </a:lnTo>
                  <a:lnTo>
                    <a:pt x="2752205" y="869685"/>
                  </a:lnTo>
                  <a:lnTo>
                    <a:pt x="2744062" y="869685"/>
                  </a:lnTo>
                  <a:lnTo>
                    <a:pt x="2735920" y="869685"/>
                  </a:lnTo>
                  <a:lnTo>
                    <a:pt x="2727777" y="869685"/>
                  </a:lnTo>
                  <a:lnTo>
                    <a:pt x="2719634" y="869685"/>
                  </a:lnTo>
                  <a:lnTo>
                    <a:pt x="2711492" y="869685"/>
                  </a:lnTo>
                  <a:lnTo>
                    <a:pt x="2703349" y="869685"/>
                  </a:lnTo>
                  <a:lnTo>
                    <a:pt x="2695207" y="869685"/>
                  </a:lnTo>
                  <a:lnTo>
                    <a:pt x="2687064" y="869685"/>
                  </a:lnTo>
                  <a:lnTo>
                    <a:pt x="2678921" y="869685"/>
                  </a:lnTo>
                  <a:lnTo>
                    <a:pt x="2670779" y="869685"/>
                  </a:lnTo>
                  <a:lnTo>
                    <a:pt x="2662636" y="869685"/>
                  </a:lnTo>
                  <a:lnTo>
                    <a:pt x="2654493" y="869685"/>
                  </a:lnTo>
                  <a:lnTo>
                    <a:pt x="2646351" y="869685"/>
                  </a:lnTo>
                  <a:lnTo>
                    <a:pt x="2638208" y="869685"/>
                  </a:lnTo>
                  <a:lnTo>
                    <a:pt x="2630066" y="869685"/>
                  </a:lnTo>
                  <a:lnTo>
                    <a:pt x="2621923" y="869685"/>
                  </a:lnTo>
                  <a:lnTo>
                    <a:pt x="2613780" y="869685"/>
                  </a:lnTo>
                  <a:lnTo>
                    <a:pt x="2605638" y="869685"/>
                  </a:lnTo>
                  <a:lnTo>
                    <a:pt x="2597495" y="869685"/>
                  </a:lnTo>
                  <a:lnTo>
                    <a:pt x="2589353" y="869685"/>
                  </a:lnTo>
                  <a:lnTo>
                    <a:pt x="2581210" y="869685"/>
                  </a:lnTo>
                  <a:lnTo>
                    <a:pt x="2573067" y="869685"/>
                  </a:lnTo>
                  <a:lnTo>
                    <a:pt x="2564925" y="869685"/>
                  </a:lnTo>
                  <a:lnTo>
                    <a:pt x="2556782" y="869685"/>
                  </a:lnTo>
                  <a:lnTo>
                    <a:pt x="2548639" y="869685"/>
                  </a:lnTo>
                  <a:lnTo>
                    <a:pt x="2540497" y="869685"/>
                  </a:lnTo>
                  <a:lnTo>
                    <a:pt x="2532354" y="869685"/>
                  </a:lnTo>
                  <a:lnTo>
                    <a:pt x="2524212" y="869685"/>
                  </a:lnTo>
                  <a:lnTo>
                    <a:pt x="2516069" y="869685"/>
                  </a:lnTo>
                  <a:lnTo>
                    <a:pt x="2507926" y="869685"/>
                  </a:lnTo>
                  <a:lnTo>
                    <a:pt x="2499784" y="869685"/>
                  </a:lnTo>
                  <a:lnTo>
                    <a:pt x="2491641" y="869685"/>
                  </a:lnTo>
                  <a:lnTo>
                    <a:pt x="2483498" y="869685"/>
                  </a:lnTo>
                  <a:lnTo>
                    <a:pt x="2475356" y="869685"/>
                  </a:lnTo>
                  <a:lnTo>
                    <a:pt x="2467213" y="869685"/>
                  </a:lnTo>
                  <a:lnTo>
                    <a:pt x="2459071" y="869685"/>
                  </a:lnTo>
                  <a:lnTo>
                    <a:pt x="2450928" y="869685"/>
                  </a:lnTo>
                  <a:lnTo>
                    <a:pt x="2442785" y="869685"/>
                  </a:lnTo>
                  <a:lnTo>
                    <a:pt x="2434643" y="869685"/>
                  </a:lnTo>
                  <a:lnTo>
                    <a:pt x="2426500" y="869685"/>
                  </a:lnTo>
                  <a:lnTo>
                    <a:pt x="2418358" y="869685"/>
                  </a:lnTo>
                  <a:lnTo>
                    <a:pt x="2410215" y="869685"/>
                  </a:lnTo>
                  <a:lnTo>
                    <a:pt x="2402072" y="869685"/>
                  </a:lnTo>
                  <a:lnTo>
                    <a:pt x="2393930" y="869685"/>
                  </a:lnTo>
                  <a:lnTo>
                    <a:pt x="2385787" y="869685"/>
                  </a:lnTo>
                  <a:lnTo>
                    <a:pt x="2377644" y="869685"/>
                  </a:lnTo>
                  <a:lnTo>
                    <a:pt x="2369502" y="869685"/>
                  </a:lnTo>
                  <a:lnTo>
                    <a:pt x="2361359" y="869685"/>
                  </a:lnTo>
                  <a:lnTo>
                    <a:pt x="2353217" y="869685"/>
                  </a:lnTo>
                  <a:lnTo>
                    <a:pt x="2345074" y="869685"/>
                  </a:lnTo>
                  <a:lnTo>
                    <a:pt x="2336931" y="869685"/>
                  </a:lnTo>
                  <a:lnTo>
                    <a:pt x="2328789" y="869685"/>
                  </a:lnTo>
                  <a:lnTo>
                    <a:pt x="2320646" y="869685"/>
                  </a:lnTo>
                  <a:lnTo>
                    <a:pt x="2312503" y="869685"/>
                  </a:lnTo>
                  <a:lnTo>
                    <a:pt x="2304361" y="869685"/>
                  </a:lnTo>
                  <a:lnTo>
                    <a:pt x="2296218" y="869685"/>
                  </a:lnTo>
                  <a:lnTo>
                    <a:pt x="2288076" y="869685"/>
                  </a:lnTo>
                  <a:lnTo>
                    <a:pt x="2279933" y="869685"/>
                  </a:lnTo>
                  <a:lnTo>
                    <a:pt x="2271790" y="869685"/>
                  </a:lnTo>
                  <a:lnTo>
                    <a:pt x="2263648" y="869685"/>
                  </a:lnTo>
                  <a:lnTo>
                    <a:pt x="2255505" y="869685"/>
                  </a:lnTo>
                  <a:lnTo>
                    <a:pt x="2247363" y="869685"/>
                  </a:lnTo>
                  <a:lnTo>
                    <a:pt x="2239220" y="869685"/>
                  </a:lnTo>
                  <a:lnTo>
                    <a:pt x="2231077" y="869685"/>
                  </a:lnTo>
                  <a:lnTo>
                    <a:pt x="2222935" y="869685"/>
                  </a:lnTo>
                  <a:lnTo>
                    <a:pt x="2214792" y="869685"/>
                  </a:lnTo>
                  <a:lnTo>
                    <a:pt x="2206649" y="869685"/>
                  </a:lnTo>
                  <a:lnTo>
                    <a:pt x="2198507" y="869685"/>
                  </a:lnTo>
                  <a:lnTo>
                    <a:pt x="2190364" y="869685"/>
                  </a:lnTo>
                  <a:lnTo>
                    <a:pt x="2182222" y="869685"/>
                  </a:lnTo>
                  <a:lnTo>
                    <a:pt x="2174079" y="869685"/>
                  </a:lnTo>
                  <a:lnTo>
                    <a:pt x="2165936" y="869685"/>
                  </a:lnTo>
                  <a:lnTo>
                    <a:pt x="2157794" y="869685"/>
                  </a:lnTo>
                  <a:lnTo>
                    <a:pt x="2149651" y="869685"/>
                  </a:lnTo>
                  <a:lnTo>
                    <a:pt x="2141508" y="869685"/>
                  </a:lnTo>
                  <a:lnTo>
                    <a:pt x="2133366" y="869685"/>
                  </a:lnTo>
                  <a:lnTo>
                    <a:pt x="2125223" y="869685"/>
                  </a:lnTo>
                  <a:lnTo>
                    <a:pt x="2117081" y="869685"/>
                  </a:lnTo>
                  <a:lnTo>
                    <a:pt x="2108938" y="869685"/>
                  </a:lnTo>
                  <a:lnTo>
                    <a:pt x="2100795" y="869685"/>
                  </a:lnTo>
                  <a:lnTo>
                    <a:pt x="2092653" y="869685"/>
                  </a:lnTo>
                  <a:lnTo>
                    <a:pt x="2084510" y="869685"/>
                  </a:lnTo>
                  <a:lnTo>
                    <a:pt x="2076367" y="869685"/>
                  </a:lnTo>
                  <a:lnTo>
                    <a:pt x="2068225" y="869685"/>
                  </a:lnTo>
                  <a:lnTo>
                    <a:pt x="2060082" y="869685"/>
                  </a:lnTo>
                  <a:lnTo>
                    <a:pt x="2051940" y="869685"/>
                  </a:lnTo>
                  <a:lnTo>
                    <a:pt x="2043797" y="869685"/>
                  </a:lnTo>
                  <a:lnTo>
                    <a:pt x="2035654" y="869685"/>
                  </a:lnTo>
                  <a:lnTo>
                    <a:pt x="2027512" y="869685"/>
                  </a:lnTo>
                  <a:lnTo>
                    <a:pt x="2019369" y="869685"/>
                  </a:lnTo>
                  <a:lnTo>
                    <a:pt x="2011227" y="869685"/>
                  </a:lnTo>
                  <a:lnTo>
                    <a:pt x="2003084" y="869685"/>
                  </a:lnTo>
                  <a:lnTo>
                    <a:pt x="1994941" y="869685"/>
                  </a:lnTo>
                  <a:lnTo>
                    <a:pt x="1986799" y="869685"/>
                  </a:lnTo>
                  <a:lnTo>
                    <a:pt x="1978656" y="869685"/>
                  </a:lnTo>
                  <a:lnTo>
                    <a:pt x="1970513" y="869685"/>
                  </a:lnTo>
                  <a:lnTo>
                    <a:pt x="1962371" y="869685"/>
                  </a:lnTo>
                  <a:lnTo>
                    <a:pt x="1954228" y="869685"/>
                  </a:lnTo>
                  <a:lnTo>
                    <a:pt x="1946086" y="869685"/>
                  </a:lnTo>
                  <a:lnTo>
                    <a:pt x="1937943" y="869685"/>
                  </a:lnTo>
                  <a:lnTo>
                    <a:pt x="1929800" y="869685"/>
                  </a:lnTo>
                  <a:lnTo>
                    <a:pt x="1921658" y="869685"/>
                  </a:lnTo>
                  <a:lnTo>
                    <a:pt x="1913515" y="869685"/>
                  </a:lnTo>
                  <a:lnTo>
                    <a:pt x="1905372" y="869685"/>
                  </a:lnTo>
                  <a:lnTo>
                    <a:pt x="1897230" y="869685"/>
                  </a:lnTo>
                  <a:lnTo>
                    <a:pt x="1889087" y="869685"/>
                  </a:lnTo>
                  <a:lnTo>
                    <a:pt x="1880945" y="869685"/>
                  </a:lnTo>
                  <a:lnTo>
                    <a:pt x="1872802" y="869685"/>
                  </a:lnTo>
                  <a:lnTo>
                    <a:pt x="1864659" y="869685"/>
                  </a:lnTo>
                  <a:lnTo>
                    <a:pt x="1856517" y="869685"/>
                  </a:lnTo>
                  <a:lnTo>
                    <a:pt x="1848374" y="869685"/>
                  </a:lnTo>
                  <a:lnTo>
                    <a:pt x="1840232" y="869685"/>
                  </a:lnTo>
                  <a:lnTo>
                    <a:pt x="1832089" y="869685"/>
                  </a:lnTo>
                  <a:lnTo>
                    <a:pt x="1823946" y="869685"/>
                  </a:lnTo>
                  <a:lnTo>
                    <a:pt x="1815804" y="869685"/>
                  </a:lnTo>
                  <a:lnTo>
                    <a:pt x="1807661" y="869685"/>
                  </a:lnTo>
                  <a:lnTo>
                    <a:pt x="1799518" y="869685"/>
                  </a:lnTo>
                  <a:lnTo>
                    <a:pt x="1791376" y="869685"/>
                  </a:lnTo>
                  <a:lnTo>
                    <a:pt x="1783233" y="869685"/>
                  </a:lnTo>
                  <a:lnTo>
                    <a:pt x="1775091" y="869685"/>
                  </a:lnTo>
                  <a:lnTo>
                    <a:pt x="1766948" y="869685"/>
                  </a:lnTo>
                  <a:lnTo>
                    <a:pt x="1758805" y="869685"/>
                  </a:lnTo>
                  <a:lnTo>
                    <a:pt x="1750663" y="869685"/>
                  </a:lnTo>
                  <a:lnTo>
                    <a:pt x="1742520" y="869685"/>
                  </a:lnTo>
                  <a:lnTo>
                    <a:pt x="1734377" y="869685"/>
                  </a:lnTo>
                  <a:lnTo>
                    <a:pt x="1726235" y="869685"/>
                  </a:lnTo>
                  <a:lnTo>
                    <a:pt x="1718092" y="869685"/>
                  </a:lnTo>
                  <a:lnTo>
                    <a:pt x="1709950" y="869685"/>
                  </a:lnTo>
                  <a:lnTo>
                    <a:pt x="1701807" y="869685"/>
                  </a:lnTo>
                  <a:lnTo>
                    <a:pt x="1693664" y="869685"/>
                  </a:lnTo>
                  <a:lnTo>
                    <a:pt x="1685522" y="869685"/>
                  </a:lnTo>
                  <a:lnTo>
                    <a:pt x="1677379" y="869685"/>
                  </a:lnTo>
                  <a:lnTo>
                    <a:pt x="1669237" y="869685"/>
                  </a:lnTo>
                  <a:lnTo>
                    <a:pt x="1661094" y="869685"/>
                  </a:lnTo>
                  <a:lnTo>
                    <a:pt x="1652951" y="869685"/>
                  </a:lnTo>
                  <a:lnTo>
                    <a:pt x="1644809" y="869685"/>
                  </a:lnTo>
                  <a:lnTo>
                    <a:pt x="1636666" y="869685"/>
                  </a:lnTo>
                  <a:lnTo>
                    <a:pt x="1628523" y="869685"/>
                  </a:lnTo>
                  <a:lnTo>
                    <a:pt x="1620381" y="869685"/>
                  </a:lnTo>
                  <a:lnTo>
                    <a:pt x="1612238" y="869685"/>
                  </a:lnTo>
                  <a:lnTo>
                    <a:pt x="1604096" y="869685"/>
                  </a:lnTo>
                  <a:lnTo>
                    <a:pt x="1595953" y="869685"/>
                  </a:lnTo>
                  <a:lnTo>
                    <a:pt x="1587810" y="869685"/>
                  </a:lnTo>
                  <a:lnTo>
                    <a:pt x="1579668" y="869685"/>
                  </a:lnTo>
                  <a:lnTo>
                    <a:pt x="1571525" y="869685"/>
                  </a:lnTo>
                  <a:lnTo>
                    <a:pt x="1563382" y="869685"/>
                  </a:lnTo>
                  <a:lnTo>
                    <a:pt x="1555240" y="869685"/>
                  </a:lnTo>
                  <a:lnTo>
                    <a:pt x="1547097" y="869685"/>
                  </a:lnTo>
                  <a:lnTo>
                    <a:pt x="1538955" y="869685"/>
                  </a:lnTo>
                  <a:lnTo>
                    <a:pt x="1530812" y="869685"/>
                  </a:lnTo>
                  <a:lnTo>
                    <a:pt x="1522669" y="869685"/>
                  </a:lnTo>
                  <a:lnTo>
                    <a:pt x="1514527" y="869685"/>
                  </a:lnTo>
                  <a:lnTo>
                    <a:pt x="1506384" y="869685"/>
                  </a:lnTo>
                  <a:lnTo>
                    <a:pt x="1498242" y="869685"/>
                  </a:lnTo>
                  <a:lnTo>
                    <a:pt x="1490099" y="869685"/>
                  </a:lnTo>
                  <a:lnTo>
                    <a:pt x="1481956" y="869685"/>
                  </a:lnTo>
                  <a:lnTo>
                    <a:pt x="1473814" y="869685"/>
                  </a:lnTo>
                  <a:lnTo>
                    <a:pt x="1465671" y="869685"/>
                  </a:lnTo>
                  <a:lnTo>
                    <a:pt x="1457528" y="869685"/>
                  </a:lnTo>
                  <a:lnTo>
                    <a:pt x="1449386" y="869685"/>
                  </a:lnTo>
                  <a:lnTo>
                    <a:pt x="1441243" y="869685"/>
                  </a:lnTo>
                  <a:lnTo>
                    <a:pt x="1433101" y="869685"/>
                  </a:lnTo>
                  <a:lnTo>
                    <a:pt x="1424958" y="869685"/>
                  </a:lnTo>
                  <a:lnTo>
                    <a:pt x="1416815" y="869685"/>
                  </a:lnTo>
                  <a:lnTo>
                    <a:pt x="1408673" y="869685"/>
                  </a:lnTo>
                  <a:lnTo>
                    <a:pt x="1400530" y="869685"/>
                  </a:lnTo>
                  <a:lnTo>
                    <a:pt x="1392387" y="869685"/>
                  </a:lnTo>
                  <a:lnTo>
                    <a:pt x="1384245" y="869685"/>
                  </a:lnTo>
                  <a:lnTo>
                    <a:pt x="1376102" y="869685"/>
                  </a:lnTo>
                  <a:lnTo>
                    <a:pt x="1367960" y="869685"/>
                  </a:lnTo>
                  <a:lnTo>
                    <a:pt x="1359817" y="869685"/>
                  </a:lnTo>
                  <a:lnTo>
                    <a:pt x="1351674" y="869685"/>
                  </a:lnTo>
                  <a:lnTo>
                    <a:pt x="1343532" y="869685"/>
                  </a:lnTo>
                  <a:lnTo>
                    <a:pt x="1335389" y="869685"/>
                  </a:lnTo>
                  <a:lnTo>
                    <a:pt x="1327246" y="869685"/>
                  </a:lnTo>
                  <a:lnTo>
                    <a:pt x="1319104" y="869685"/>
                  </a:lnTo>
                  <a:lnTo>
                    <a:pt x="1310961" y="869685"/>
                  </a:lnTo>
                  <a:lnTo>
                    <a:pt x="1302819" y="869685"/>
                  </a:lnTo>
                  <a:lnTo>
                    <a:pt x="1294676" y="869685"/>
                  </a:lnTo>
                  <a:lnTo>
                    <a:pt x="1286533" y="869685"/>
                  </a:lnTo>
                  <a:lnTo>
                    <a:pt x="1278391" y="869685"/>
                  </a:lnTo>
                  <a:lnTo>
                    <a:pt x="1270248" y="869685"/>
                  </a:lnTo>
                  <a:lnTo>
                    <a:pt x="1262106" y="869685"/>
                  </a:lnTo>
                  <a:lnTo>
                    <a:pt x="1253963" y="869685"/>
                  </a:lnTo>
                  <a:lnTo>
                    <a:pt x="1245820" y="869685"/>
                  </a:lnTo>
                  <a:lnTo>
                    <a:pt x="1237678" y="869685"/>
                  </a:lnTo>
                  <a:lnTo>
                    <a:pt x="1229535" y="869685"/>
                  </a:lnTo>
                  <a:lnTo>
                    <a:pt x="1221392" y="869685"/>
                  </a:lnTo>
                  <a:lnTo>
                    <a:pt x="1213250" y="869685"/>
                  </a:lnTo>
                  <a:lnTo>
                    <a:pt x="1205107" y="869685"/>
                  </a:lnTo>
                  <a:lnTo>
                    <a:pt x="1196965" y="869685"/>
                  </a:lnTo>
                  <a:lnTo>
                    <a:pt x="1188822" y="869685"/>
                  </a:lnTo>
                  <a:lnTo>
                    <a:pt x="1180679" y="869685"/>
                  </a:lnTo>
                  <a:lnTo>
                    <a:pt x="1172537" y="869685"/>
                  </a:lnTo>
                  <a:lnTo>
                    <a:pt x="1164394" y="869685"/>
                  </a:lnTo>
                  <a:lnTo>
                    <a:pt x="1156251" y="869685"/>
                  </a:lnTo>
                  <a:lnTo>
                    <a:pt x="1148109" y="869685"/>
                  </a:lnTo>
                  <a:lnTo>
                    <a:pt x="1139966" y="869685"/>
                  </a:lnTo>
                  <a:lnTo>
                    <a:pt x="1131824" y="869685"/>
                  </a:lnTo>
                  <a:lnTo>
                    <a:pt x="1123681" y="869685"/>
                  </a:lnTo>
                  <a:lnTo>
                    <a:pt x="1115538" y="869685"/>
                  </a:lnTo>
                  <a:lnTo>
                    <a:pt x="1107396" y="869685"/>
                  </a:lnTo>
                  <a:lnTo>
                    <a:pt x="1099253" y="869685"/>
                  </a:lnTo>
                  <a:lnTo>
                    <a:pt x="1091111" y="869685"/>
                  </a:lnTo>
                  <a:lnTo>
                    <a:pt x="1082968" y="869685"/>
                  </a:lnTo>
                  <a:lnTo>
                    <a:pt x="1074825" y="869685"/>
                  </a:lnTo>
                  <a:lnTo>
                    <a:pt x="1066683" y="869685"/>
                  </a:lnTo>
                  <a:lnTo>
                    <a:pt x="1058540" y="869685"/>
                  </a:lnTo>
                  <a:lnTo>
                    <a:pt x="1050397" y="869685"/>
                  </a:lnTo>
                  <a:lnTo>
                    <a:pt x="1042255" y="869685"/>
                  </a:lnTo>
                  <a:lnTo>
                    <a:pt x="1034112" y="869685"/>
                  </a:lnTo>
                  <a:lnTo>
                    <a:pt x="1025970" y="869685"/>
                  </a:lnTo>
                  <a:lnTo>
                    <a:pt x="1017827" y="869685"/>
                  </a:lnTo>
                  <a:lnTo>
                    <a:pt x="1009684" y="869685"/>
                  </a:lnTo>
                  <a:lnTo>
                    <a:pt x="1001542" y="869685"/>
                  </a:lnTo>
                  <a:lnTo>
                    <a:pt x="993399" y="869685"/>
                  </a:lnTo>
                  <a:lnTo>
                    <a:pt x="985256" y="869685"/>
                  </a:lnTo>
                  <a:lnTo>
                    <a:pt x="977114" y="869685"/>
                  </a:lnTo>
                  <a:lnTo>
                    <a:pt x="968971" y="869685"/>
                  </a:lnTo>
                  <a:lnTo>
                    <a:pt x="960829" y="869685"/>
                  </a:lnTo>
                  <a:lnTo>
                    <a:pt x="952686" y="869685"/>
                  </a:lnTo>
                  <a:lnTo>
                    <a:pt x="944543" y="869685"/>
                  </a:lnTo>
                  <a:lnTo>
                    <a:pt x="936401" y="869685"/>
                  </a:lnTo>
                  <a:lnTo>
                    <a:pt x="928258" y="869685"/>
                  </a:lnTo>
                  <a:lnTo>
                    <a:pt x="920116" y="869685"/>
                  </a:lnTo>
                  <a:lnTo>
                    <a:pt x="911973" y="869685"/>
                  </a:lnTo>
                  <a:lnTo>
                    <a:pt x="903830" y="869685"/>
                  </a:lnTo>
                  <a:lnTo>
                    <a:pt x="895688" y="869685"/>
                  </a:lnTo>
                  <a:lnTo>
                    <a:pt x="887545" y="869685"/>
                  </a:lnTo>
                  <a:lnTo>
                    <a:pt x="879402" y="869685"/>
                  </a:lnTo>
                  <a:lnTo>
                    <a:pt x="871260" y="869685"/>
                  </a:lnTo>
                  <a:lnTo>
                    <a:pt x="863117" y="869685"/>
                  </a:lnTo>
                  <a:lnTo>
                    <a:pt x="854975" y="869685"/>
                  </a:lnTo>
                  <a:lnTo>
                    <a:pt x="846832" y="869685"/>
                  </a:lnTo>
                  <a:lnTo>
                    <a:pt x="838689" y="869685"/>
                  </a:lnTo>
                  <a:lnTo>
                    <a:pt x="830547" y="869685"/>
                  </a:lnTo>
                  <a:lnTo>
                    <a:pt x="822404" y="869685"/>
                  </a:lnTo>
                  <a:lnTo>
                    <a:pt x="814261" y="869685"/>
                  </a:lnTo>
                  <a:lnTo>
                    <a:pt x="806119" y="869685"/>
                  </a:lnTo>
                  <a:lnTo>
                    <a:pt x="797976" y="869685"/>
                  </a:lnTo>
                  <a:lnTo>
                    <a:pt x="789834" y="869685"/>
                  </a:lnTo>
                  <a:lnTo>
                    <a:pt x="781691" y="869685"/>
                  </a:lnTo>
                  <a:lnTo>
                    <a:pt x="773548" y="869685"/>
                  </a:lnTo>
                  <a:lnTo>
                    <a:pt x="765406" y="869685"/>
                  </a:lnTo>
                  <a:lnTo>
                    <a:pt x="757263" y="869685"/>
                  </a:lnTo>
                  <a:lnTo>
                    <a:pt x="749121" y="869685"/>
                  </a:lnTo>
                  <a:lnTo>
                    <a:pt x="740978" y="869685"/>
                  </a:lnTo>
                  <a:lnTo>
                    <a:pt x="732835" y="869685"/>
                  </a:lnTo>
                  <a:lnTo>
                    <a:pt x="724693" y="869685"/>
                  </a:lnTo>
                  <a:lnTo>
                    <a:pt x="716550" y="869685"/>
                  </a:lnTo>
                  <a:lnTo>
                    <a:pt x="708407" y="869685"/>
                  </a:lnTo>
                  <a:lnTo>
                    <a:pt x="700265" y="869685"/>
                  </a:lnTo>
                  <a:lnTo>
                    <a:pt x="692122" y="869685"/>
                  </a:lnTo>
                  <a:lnTo>
                    <a:pt x="683980" y="869685"/>
                  </a:lnTo>
                  <a:lnTo>
                    <a:pt x="675837" y="869685"/>
                  </a:lnTo>
                  <a:lnTo>
                    <a:pt x="667694" y="869685"/>
                  </a:lnTo>
                  <a:lnTo>
                    <a:pt x="659552" y="869685"/>
                  </a:lnTo>
                  <a:lnTo>
                    <a:pt x="651409" y="869685"/>
                  </a:lnTo>
                  <a:lnTo>
                    <a:pt x="643266" y="869685"/>
                  </a:lnTo>
                  <a:lnTo>
                    <a:pt x="635124" y="869685"/>
                  </a:lnTo>
                  <a:lnTo>
                    <a:pt x="626981" y="869685"/>
                  </a:lnTo>
                  <a:lnTo>
                    <a:pt x="618839" y="869685"/>
                  </a:lnTo>
                  <a:lnTo>
                    <a:pt x="610696" y="869685"/>
                  </a:lnTo>
                  <a:lnTo>
                    <a:pt x="602553" y="869685"/>
                  </a:lnTo>
                  <a:lnTo>
                    <a:pt x="594411" y="869685"/>
                  </a:lnTo>
                  <a:lnTo>
                    <a:pt x="586268" y="869685"/>
                  </a:lnTo>
                  <a:lnTo>
                    <a:pt x="578125" y="869685"/>
                  </a:lnTo>
                  <a:lnTo>
                    <a:pt x="569983" y="869685"/>
                  </a:lnTo>
                  <a:lnTo>
                    <a:pt x="561840" y="869685"/>
                  </a:lnTo>
                  <a:lnTo>
                    <a:pt x="553698" y="869685"/>
                  </a:lnTo>
                  <a:lnTo>
                    <a:pt x="545555" y="869685"/>
                  </a:lnTo>
                  <a:lnTo>
                    <a:pt x="537412" y="869685"/>
                  </a:lnTo>
                  <a:lnTo>
                    <a:pt x="529270" y="869685"/>
                  </a:lnTo>
                  <a:lnTo>
                    <a:pt x="521127" y="869685"/>
                  </a:lnTo>
                  <a:lnTo>
                    <a:pt x="512985" y="869685"/>
                  </a:lnTo>
                  <a:lnTo>
                    <a:pt x="504842" y="869685"/>
                  </a:lnTo>
                  <a:lnTo>
                    <a:pt x="496699" y="869685"/>
                  </a:lnTo>
                  <a:lnTo>
                    <a:pt x="488557" y="869685"/>
                  </a:lnTo>
                  <a:lnTo>
                    <a:pt x="480414" y="869685"/>
                  </a:lnTo>
                  <a:lnTo>
                    <a:pt x="472271" y="869685"/>
                  </a:lnTo>
                  <a:lnTo>
                    <a:pt x="464129" y="869685"/>
                  </a:lnTo>
                  <a:lnTo>
                    <a:pt x="455986" y="869685"/>
                  </a:lnTo>
                  <a:lnTo>
                    <a:pt x="447844" y="869685"/>
                  </a:lnTo>
                  <a:lnTo>
                    <a:pt x="439701" y="869685"/>
                  </a:lnTo>
                  <a:lnTo>
                    <a:pt x="431558" y="869685"/>
                  </a:lnTo>
                  <a:lnTo>
                    <a:pt x="423416" y="869685"/>
                  </a:lnTo>
                  <a:lnTo>
                    <a:pt x="415273" y="869685"/>
                  </a:lnTo>
                  <a:lnTo>
                    <a:pt x="407130" y="869685"/>
                  </a:lnTo>
                  <a:lnTo>
                    <a:pt x="398988" y="869685"/>
                  </a:lnTo>
                  <a:lnTo>
                    <a:pt x="390845" y="869685"/>
                  </a:lnTo>
                  <a:lnTo>
                    <a:pt x="382703" y="869685"/>
                  </a:lnTo>
                  <a:lnTo>
                    <a:pt x="374560" y="869685"/>
                  </a:lnTo>
                  <a:lnTo>
                    <a:pt x="366417" y="869685"/>
                  </a:lnTo>
                  <a:lnTo>
                    <a:pt x="358275" y="869685"/>
                  </a:lnTo>
                  <a:lnTo>
                    <a:pt x="350132" y="869685"/>
                  </a:lnTo>
                  <a:lnTo>
                    <a:pt x="341990" y="869685"/>
                  </a:lnTo>
                  <a:lnTo>
                    <a:pt x="333847" y="869685"/>
                  </a:lnTo>
                  <a:lnTo>
                    <a:pt x="325704" y="869685"/>
                  </a:lnTo>
                  <a:lnTo>
                    <a:pt x="317562" y="869685"/>
                  </a:lnTo>
                  <a:lnTo>
                    <a:pt x="309419" y="869685"/>
                  </a:lnTo>
                  <a:lnTo>
                    <a:pt x="301276" y="869685"/>
                  </a:lnTo>
                  <a:lnTo>
                    <a:pt x="293134" y="869685"/>
                  </a:lnTo>
                  <a:lnTo>
                    <a:pt x="284991" y="869685"/>
                  </a:lnTo>
                  <a:lnTo>
                    <a:pt x="276849" y="869685"/>
                  </a:lnTo>
                  <a:lnTo>
                    <a:pt x="268706" y="869685"/>
                  </a:lnTo>
                  <a:lnTo>
                    <a:pt x="260563" y="869685"/>
                  </a:lnTo>
                  <a:lnTo>
                    <a:pt x="252421" y="869685"/>
                  </a:lnTo>
                  <a:lnTo>
                    <a:pt x="244278" y="869685"/>
                  </a:lnTo>
                  <a:lnTo>
                    <a:pt x="236135" y="869685"/>
                  </a:lnTo>
                  <a:lnTo>
                    <a:pt x="227993" y="869685"/>
                  </a:lnTo>
                  <a:lnTo>
                    <a:pt x="219850" y="869685"/>
                  </a:lnTo>
                  <a:lnTo>
                    <a:pt x="211708" y="869685"/>
                  </a:lnTo>
                  <a:lnTo>
                    <a:pt x="203565" y="869685"/>
                  </a:lnTo>
                  <a:lnTo>
                    <a:pt x="195422" y="869685"/>
                  </a:lnTo>
                  <a:lnTo>
                    <a:pt x="187280" y="869685"/>
                  </a:lnTo>
                  <a:lnTo>
                    <a:pt x="179137" y="869685"/>
                  </a:lnTo>
                  <a:lnTo>
                    <a:pt x="170995" y="869685"/>
                  </a:lnTo>
                  <a:lnTo>
                    <a:pt x="162852" y="869685"/>
                  </a:lnTo>
                  <a:lnTo>
                    <a:pt x="154709" y="869685"/>
                  </a:lnTo>
                  <a:lnTo>
                    <a:pt x="146567" y="869685"/>
                  </a:lnTo>
                  <a:lnTo>
                    <a:pt x="138424" y="869685"/>
                  </a:lnTo>
                  <a:lnTo>
                    <a:pt x="130281" y="869685"/>
                  </a:lnTo>
                  <a:lnTo>
                    <a:pt x="122139" y="869685"/>
                  </a:lnTo>
                  <a:lnTo>
                    <a:pt x="113996" y="869685"/>
                  </a:lnTo>
                  <a:lnTo>
                    <a:pt x="105854" y="869685"/>
                  </a:lnTo>
                  <a:lnTo>
                    <a:pt x="97711" y="869685"/>
                  </a:lnTo>
                  <a:lnTo>
                    <a:pt x="89568" y="869685"/>
                  </a:lnTo>
                  <a:lnTo>
                    <a:pt x="81426" y="869685"/>
                  </a:lnTo>
                  <a:lnTo>
                    <a:pt x="73283" y="869685"/>
                  </a:lnTo>
                  <a:lnTo>
                    <a:pt x="65140" y="869685"/>
                  </a:lnTo>
                  <a:lnTo>
                    <a:pt x="56998" y="869685"/>
                  </a:lnTo>
                  <a:lnTo>
                    <a:pt x="48855" y="869685"/>
                  </a:lnTo>
                  <a:lnTo>
                    <a:pt x="40713" y="869685"/>
                  </a:lnTo>
                  <a:lnTo>
                    <a:pt x="32570" y="869685"/>
                  </a:lnTo>
                  <a:lnTo>
                    <a:pt x="24427" y="869685"/>
                  </a:lnTo>
                  <a:lnTo>
                    <a:pt x="16285" y="869685"/>
                  </a:lnTo>
                  <a:lnTo>
                    <a:pt x="8142" y="869685"/>
                  </a:lnTo>
                  <a:lnTo>
                    <a:pt x="0" y="869685"/>
                  </a:lnTo>
                  <a:close/>
                </a:path>
              </a:pathLst>
            </a:custGeom>
            <a:solidFill>
              <a:srgbClr val="56B4E9">
                <a:alpha val="25098"/>
              </a:srgbClr>
            </a:solidFill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6067307" y="1076376"/>
              <a:ext cx="4160878" cy="869305"/>
            </a:xfrm>
            <a:custGeom>
              <a:avLst/>
              <a:pathLst>
                <a:path w="4160878" h="869305">
                  <a:moveTo>
                    <a:pt x="0" y="868224"/>
                  </a:moveTo>
                  <a:lnTo>
                    <a:pt x="8142" y="867975"/>
                  </a:lnTo>
                  <a:lnTo>
                    <a:pt x="16285" y="867713"/>
                  </a:lnTo>
                  <a:lnTo>
                    <a:pt x="24427" y="867442"/>
                  </a:lnTo>
                  <a:lnTo>
                    <a:pt x="32570" y="867167"/>
                  </a:lnTo>
                  <a:lnTo>
                    <a:pt x="40713" y="866891"/>
                  </a:lnTo>
                  <a:lnTo>
                    <a:pt x="48855" y="866618"/>
                  </a:lnTo>
                  <a:lnTo>
                    <a:pt x="56998" y="866352"/>
                  </a:lnTo>
                  <a:lnTo>
                    <a:pt x="65140" y="866096"/>
                  </a:lnTo>
                  <a:lnTo>
                    <a:pt x="73283" y="865851"/>
                  </a:lnTo>
                  <a:lnTo>
                    <a:pt x="81426" y="865617"/>
                  </a:lnTo>
                  <a:lnTo>
                    <a:pt x="89568" y="865392"/>
                  </a:lnTo>
                  <a:lnTo>
                    <a:pt x="97711" y="865174"/>
                  </a:lnTo>
                  <a:lnTo>
                    <a:pt x="105854" y="864963"/>
                  </a:lnTo>
                  <a:lnTo>
                    <a:pt x="113996" y="864757"/>
                  </a:lnTo>
                  <a:lnTo>
                    <a:pt x="122139" y="864553"/>
                  </a:lnTo>
                  <a:lnTo>
                    <a:pt x="130281" y="864352"/>
                  </a:lnTo>
                  <a:lnTo>
                    <a:pt x="138424" y="864155"/>
                  </a:lnTo>
                  <a:lnTo>
                    <a:pt x="146567" y="863963"/>
                  </a:lnTo>
                  <a:lnTo>
                    <a:pt x="154709" y="863778"/>
                  </a:lnTo>
                  <a:lnTo>
                    <a:pt x="162852" y="863606"/>
                  </a:lnTo>
                  <a:lnTo>
                    <a:pt x="170995" y="863451"/>
                  </a:lnTo>
                  <a:lnTo>
                    <a:pt x="179137" y="863314"/>
                  </a:lnTo>
                  <a:lnTo>
                    <a:pt x="187280" y="863200"/>
                  </a:lnTo>
                  <a:lnTo>
                    <a:pt x="195422" y="863110"/>
                  </a:lnTo>
                  <a:lnTo>
                    <a:pt x="203565" y="863042"/>
                  </a:lnTo>
                  <a:lnTo>
                    <a:pt x="211708" y="862995"/>
                  </a:lnTo>
                  <a:lnTo>
                    <a:pt x="219850" y="862964"/>
                  </a:lnTo>
                  <a:lnTo>
                    <a:pt x="227993" y="862941"/>
                  </a:lnTo>
                  <a:lnTo>
                    <a:pt x="236135" y="862918"/>
                  </a:lnTo>
                  <a:lnTo>
                    <a:pt x="244278" y="862884"/>
                  </a:lnTo>
                  <a:lnTo>
                    <a:pt x="252421" y="862824"/>
                  </a:lnTo>
                  <a:lnTo>
                    <a:pt x="260563" y="862723"/>
                  </a:lnTo>
                  <a:lnTo>
                    <a:pt x="268706" y="862570"/>
                  </a:lnTo>
                  <a:lnTo>
                    <a:pt x="276849" y="862352"/>
                  </a:lnTo>
                  <a:lnTo>
                    <a:pt x="284991" y="862059"/>
                  </a:lnTo>
                  <a:lnTo>
                    <a:pt x="293134" y="861680"/>
                  </a:lnTo>
                  <a:lnTo>
                    <a:pt x="301276" y="861209"/>
                  </a:lnTo>
                  <a:lnTo>
                    <a:pt x="309419" y="860638"/>
                  </a:lnTo>
                  <a:lnTo>
                    <a:pt x="317562" y="859964"/>
                  </a:lnTo>
                  <a:lnTo>
                    <a:pt x="325704" y="859182"/>
                  </a:lnTo>
                  <a:lnTo>
                    <a:pt x="333847" y="858289"/>
                  </a:lnTo>
                  <a:lnTo>
                    <a:pt x="341990" y="857278"/>
                  </a:lnTo>
                  <a:lnTo>
                    <a:pt x="350132" y="856139"/>
                  </a:lnTo>
                  <a:lnTo>
                    <a:pt x="358275" y="854876"/>
                  </a:lnTo>
                  <a:lnTo>
                    <a:pt x="366417" y="853482"/>
                  </a:lnTo>
                  <a:lnTo>
                    <a:pt x="374560" y="851950"/>
                  </a:lnTo>
                  <a:lnTo>
                    <a:pt x="382703" y="850275"/>
                  </a:lnTo>
                  <a:lnTo>
                    <a:pt x="390845" y="848447"/>
                  </a:lnTo>
                  <a:lnTo>
                    <a:pt x="398988" y="846463"/>
                  </a:lnTo>
                  <a:lnTo>
                    <a:pt x="407130" y="844317"/>
                  </a:lnTo>
                  <a:lnTo>
                    <a:pt x="415273" y="842009"/>
                  </a:lnTo>
                  <a:lnTo>
                    <a:pt x="423416" y="839540"/>
                  </a:lnTo>
                  <a:lnTo>
                    <a:pt x="431558" y="836913"/>
                  </a:lnTo>
                  <a:lnTo>
                    <a:pt x="439701" y="834126"/>
                  </a:lnTo>
                  <a:lnTo>
                    <a:pt x="447844" y="831210"/>
                  </a:lnTo>
                  <a:lnTo>
                    <a:pt x="455986" y="828183"/>
                  </a:lnTo>
                  <a:lnTo>
                    <a:pt x="464129" y="825068"/>
                  </a:lnTo>
                  <a:lnTo>
                    <a:pt x="472271" y="821892"/>
                  </a:lnTo>
                  <a:lnTo>
                    <a:pt x="480414" y="818683"/>
                  </a:lnTo>
                  <a:lnTo>
                    <a:pt x="488557" y="815475"/>
                  </a:lnTo>
                  <a:lnTo>
                    <a:pt x="496699" y="812303"/>
                  </a:lnTo>
                  <a:lnTo>
                    <a:pt x="504842" y="809203"/>
                  </a:lnTo>
                  <a:lnTo>
                    <a:pt x="512985" y="806210"/>
                  </a:lnTo>
                  <a:lnTo>
                    <a:pt x="521127" y="803361"/>
                  </a:lnTo>
                  <a:lnTo>
                    <a:pt x="529270" y="800707"/>
                  </a:lnTo>
                  <a:lnTo>
                    <a:pt x="537412" y="798266"/>
                  </a:lnTo>
                  <a:lnTo>
                    <a:pt x="545555" y="796057"/>
                  </a:lnTo>
                  <a:lnTo>
                    <a:pt x="553698" y="794092"/>
                  </a:lnTo>
                  <a:lnTo>
                    <a:pt x="561840" y="792380"/>
                  </a:lnTo>
                  <a:lnTo>
                    <a:pt x="569983" y="790921"/>
                  </a:lnTo>
                  <a:lnTo>
                    <a:pt x="578125" y="789709"/>
                  </a:lnTo>
                  <a:lnTo>
                    <a:pt x="586268" y="788731"/>
                  </a:lnTo>
                  <a:lnTo>
                    <a:pt x="594411" y="787972"/>
                  </a:lnTo>
                  <a:lnTo>
                    <a:pt x="602553" y="787412"/>
                  </a:lnTo>
                  <a:lnTo>
                    <a:pt x="610696" y="787030"/>
                  </a:lnTo>
                  <a:lnTo>
                    <a:pt x="618839" y="786811"/>
                  </a:lnTo>
                  <a:lnTo>
                    <a:pt x="626981" y="786725"/>
                  </a:lnTo>
                  <a:lnTo>
                    <a:pt x="635124" y="786745"/>
                  </a:lnTo>
                  <a:lnTo>
                    <a:pt x="643266" y="786850"/>
                  </a:lnTo>
                  <a:lnTo>
                    <a:pt x="651409" y="787019"/>
                  </a:lnTo>
                  <a:lnTo>
                    <a:pt x="659552" y="787232"/>
                  </a:lnTo>
                  <a:lnTo>
                    <a:pt x="667694" y="787471"/>
                  </a:lnTo>
                  <a:lnTo>
                    <a:pt x="675837" y="787715"/>
                  </a:lnTo>
                  <a:lnTo>
                    <a:pt x="683980" y="787943"/>
                  </a:lnTo>
                  <a:lnTo>
                    <a:pt x="692122" y="788136"/>
                  </a:lnTo>
                  <a:lnTo>
                    <a:pt x="700265" y="788270"/>
                  </a:lnTo>
                  <a:lnTo>
                    <a:pt x="708407" y="788323"/>
                  </a:lnTo>
                  <a:lnTo>
                    <a:pt x="716550" y="788265"/>
                  </a:lnTo>
                  <a:lnTo>
                    <a:pt x="724693" y="788086"/>
                  </a:lnTo>
                  <a:lnTo>
                    <a:pt x="732835" y="787772"/>
                  </a:lnTo>
                  <a:lnTo>
                    <a:pt x="740978" y="787315"/>
                  </a:lnTo>
                  <a:lnTo>
                    <a:pt x="749121" y="786713"/>
                  </a:lnTo>
                  <a:lnTo>
                    <a:pt x="757263" y="785972"/>
                  </a:lnTo>
                  <a:lnTo>
                    <a:pt x="765406" y="785102"/>
                  </a:lnTo>
                  <a:lnTo>
                    <a:pt x="773548" y="784121"/>
                  </a:lnTo>
                  <a:lnTo>
                    <a:pt x="781691" y="783050"/>
                  </a:lnTo>
                  <a:lnTo>
                    <a:pt x="789834" y="781911"/>
                  </a:lnTo>
                  <a:lnTo>
                    <a:pt x="797976" y="780728"/>
                  </a:lnTo>
                  <a:lnTo>
                    <a:pt x="806119" y="779519"/>
                  </a:lnTo>
                  <a:lnTo>
                    <a:pt x="814261" y="778301"/>
                  </a:lnTo>
                  <a:lnTo>
                    <a:pt x="822404" y="777078"/>
                  </a:lnTo>
                  <a:lnTo>
                    <a:pt x="830547" y="775847"/>
                  </a:lnTo>
                  <a:lnTo>
                    <a:pt x="838689" y="774596"/>
                  </a:lnTo>
                  <a:lnTo>
                    <a:pt x="846832" y="773309"/>
                  </a:lnTo>
                  <a:lnTo>
                    <a:pt x="854975" y="771967"/>
                  </a:lnTo>
                  <a:lnTo>
                    <a:pt x="863117" y="770547"/>
                  </a:lnTo>
                  <a:lnTo>
                    <a:pt x="871260" y="769026"/>
                  </a:lnTo>
                  <a:lnTo>
                    <a:pt x="879402" y="767384"/>
                  </a:lnTo>
                  <a:lnTo>
                    <a:pt x="887545" y="765602"/>
                  </a:lnTo>
                  <a:lnTo>
                    <a:pt x="895688" y="763647"/>
                  </a:lnTo>
                  <a:lnTo>
                    <a:pt x="903830" y="761518"/>
                  </a:lnTo>
                  <a:lnTo>
                    <a:pt x="911973" y="759204"/>
                  </a:lnTo>
                  <a:lnTo>
                    <a:pt x="920116" y="756695"/>
                  </a:lnTo>
                  <a:lnTo>
                    <a:pt x="928258" y="753982"/>
                  </a:lnTo>
                  <a:lnTo>
                    <a:pt x="936401" y="751054"/>
                  </a:lnTo>
                  <a:lnTo>
                    <a:pt x="944543" y="747902"/>
                  </a:lnTo>
                  <a:lnTo>
                    <a:pt x="952686" y="744520"/>
                  </a:lnTo>
                  <a:lnTo>
                    <a:pt x="960829" y="740905"/>
                  </a:lnTo>
                  <a:lnTo>
                    <a:pt x="968971" y="737060"/>
                  </a:lnTo>
                  <a:lnTo>
                    <a:pt x="977114" y="732996"/>
                  </a:lnTo>
                  <a:lnTo>
                    <a:pt x="985256" y="728722"/>
                  </a:lnTo>
                  <a:lnTo>
                    <a:pt x="993399" y="724277"/>
                  </a:lnTo>
                  <a:lnTo>
                    <a:pt x="1001542" y="719712"/>
                  </a:lnTo>
                  <a:lnTo>
                    <a:pt x="1009684" y="715075"/>
                  </a:lnTo>
                  <a:lnTo>
                    <a:pt x="1017827" y="710415"/>
                  </a:lnTo>
                  <a:lnTo>
                    <a:pt x="1025970" y="705783"/>
                  </a:lnTo>
                  <a:lnTo>
                    <a:pt x="1034112" y="701227"/>
                  </a:lnTo>
                  <a:lnTo>
                    <a:pt x="1042255" y="696787"/>
                  </a:lnTo>
                  <a:lnTo>
                    <a:pt x="1050397" y="692496"/>
                  </a:lnTo>
                  <a:lnTo>
                    <a:pt x="1058540" y="688377"/>
                  </a:lnTo>
                  <a:lnTo>
                    <a:pt x="1066683" y="684439"/>
                  </a:lnTo>
                  <a:lnTo>
                    <a:pt x="1074825" y="680684"/>
                  </a:lnTo>
                  <a:lnTo>
                    <a:pt x="1082968" y="677099"/>
                  </a:lnTo>
                  <a:lnTo>
                    <a:pt x="1091111" y="673635"/>
                  </a:lnTo>
                  <a:lnTo>
                    <a:pt x="1099253" y="670247"/>
                  </a:lnTo>
                  <a:lnTo>
                    <a:pt x="1107396" y="666880"/>
                  </a:lnTo>
                  <a:lnTo>
                    <a:pt x="1115538" y="663469"/>
                  </a:lnTo>
                  <a:lnTo>
                    <a:pt x="1123681" y="659947"/>
                  </a:lnTo>
                  <a:lnTo>
                    <a:pt x="1131824" y="656246"/>
                  </a:lnTo>
                  <a:lnTo>
                    <a:pt x="1139966" y="652304"/>
                  </a:lnTo>
                  <a:lnTo>
                    <a:pt x="1148109" y="648073"/>
                  </a:lnTo>
                  <a:lnTo>
                    <a:pt x="1156251" y="643521"/>
                  </a:lnTo>
                  <a:lnTo>
                    <a:pt x="1164394" y="638641"/>
                  </a:lnTo>
                  <a:lnTo>
                    <a:pt x="1172537" y="633431"/>
                  </a:lnTo>
                  <a:lnTo>
                    <a:pt x="1180679" y="627987"/>
                  </a:lnTo>
                  <a:lnTo>
                    <a:pt x="1188822" y="622397"/>
                  </a:lnTo>
                  <a:lnTo>
                    <a:pt x="1196965" y="616766"/>
                  </a:lnTo>
                  <a:lnTo>
                    <a:pt x="1205107" y="611210"/>
                  </a:lnTo>
                  <a:lnTo>
                    <a:pt x="1213250" y="605844"/>
                  </a:lnTo>
                  <a:lnTo>
                    <a:pt x="1221392" y="600772"/>
                  </a:lnTo>
                  <a:lnTo>
                    <a:pt x="1229535" y="596080"/>
                  </a:lnTo>
                  <a:lnTo>
                    <a:pt x="1237678" y="591831"/>
                  </a:lnTo>
                  <a:lnTo>
                    <a:pt x="1245820" y="588055"/>
                  </a:lnTo>
                  <a:lnTo>
                    <a:pt x="1253963" y="584755"/>
                  </a:lnTo>
                  <a:lnTo>
                    <a:pt x="1262106" y="581938"/>
                  </a:lnTo>
                  <a:lnTo>
                    <a:pt x="1270248" y="579512"/>
                  </a:lnTo>
                  <a:lnTo>
                    <a:pt x="1278391" y="577395"/>
                  </a:lnTo>
                  <a:lnTo>
                    <a:pt x="1286533" y="575499"/>
                  </a:lnTo>
                  <a:lnTo>
                    <a:pt x="1294676" y="573730"/>
                  </a:lnTo>
                  <a:lnTo>
                    <a:pt x="1302819" y="571988"/>
                  </a:lnTo>
                  <a:lnTo>
                    <a:pt x="1310961" y="570171"/>
                  </a:lnTo>
                  <a:lnTo>
                    <a:pt x="1319104" y="568174"/>
                  </a:lnTo>
                  <a:lnTo>
                    <a:pt x="1327246" y="565895"/>
                  </a:lnTo>
                  <a:lnTo>
                    <a:pt x="1335389" y="563237"/>
                  </a:lnTo>
                  <a:lnTo>
                    <a:pt x="1343532" y="560115"/>
                  </a:lnTo>
                  <a:lnTo>
                    <a:pt x="1351674" y="556427"/>
                  </a:lnTo>
                  <a:lnTo>
                    <a:pt x="1359817" y="552131"/>
                  </a:lnTo>
                  <a:lnTo>
                    <a:pt x="1367960" y="547252"/>
                  </a:lnTo>
                  <a:lnTo>
                    <a:pt x="1376102" y="541821"/>
                  </a:lnTo>
                  <a:lnTo>
                    <a:pt x="1384245" y="535901"/>
                  </a:lnTo>
                  <a:lnTo>
                    <a:pt x="1392387" y="529585"/>
                  </a:lnTo>
                  <a:lnTo>
                    <a:pt x="1400530" y="522986"/>
                  </a:lnTo>
                  <a:lnTo>
                    <a:pt x="1408673" y="516230"/>
                  </a:lnTo>
                  <a:lnTo>
                    <a:pt x="1416815" y="509442"/>
                  </a:lnTo>
                  <a:lnTo>
                    <a:pt x="1424958" y="502743"/>
                  </a:lnTo>
                  <a:lnTo>
                    <a:pt x="1433101" y="496234"/>
                  </a:lnTo>
                  <a:lnTo>
                    <a:pt x="1441243" y="490003"/>
                  </a:lnTo>
                  <a:lnTo>
                    <a:pt x="1449386" y="484118"/>
                  </a:lnTo>
                  <a:lnTo>
                    <a:pt x="1457528" y="478568"/>
                  </a:lnTo>
                  <a:lnTo>
                    <a:pt x="1465671" y="473340"/>
                  </a:lnTo>
                  <a:lnTo>
                    <a:pt x="1473814" y="468399"/>
                  </a:lnTo>
                  <a:lnTo>
                    <a:pt x="1481956" y="463700"/>
                  </a:lnTo>
                  <a:lnTo>
                    <a:pt x="1490099" y="459187"/>
                  </a:lnTo>
                  <a:lnTo>
                    <a:pt x="1498242" y="454805"/>
                  </a:lnTo>
                  <a:lnTo>
                    <a:pt x="1506384" y="450498"/>
                  </a:lnTo>
                  <a:lnTo>
                    <a:pt x="1514527" y="446218"/>
                  </a:lnTo>
                  <a:lnTo>
                    <a:pt x="1522669" y="441923"/>
                  </a:lnTo>
                  <a:lnTo>
                    <a:pt x="1530812" y="437578"/>
                  </a:lnTo>
                  <a:lnTo>
                    <a:pt x="1538955" y="433142"/>
                  </a:lnTo>
                  <a:lnTo>
                    <a:pt x="1547097" y="428598"/>
                  </a:lnTo>
                  <a:lnTo>
                    <a:pt x="1555240" y="423921"/>
                  </a:lnTo>
                  <a:lnTo>
                    <a:pt x="1563382" y="419080"/>
                  </a:lnTo>
                  <a:lnTo>
                    <a:pt x="1571525" y="414039"/>
                  </a:lnTo>
                  <a:lnTo>
                    <a:pt x="1579668" y="408750"/>
                  </a:lnTo>
                  <a:lnTo>
                    <a:pt x="1587810" y="403152"/>
                  </a:lnTo>
                  <a:lnTo>
                    <a:pt x="1595953" y="397169"/>
                  </a:lnTo>
                  <a:lnTo>
                    <a:pt x="1604096" y="390713"/>
                  </a:lnTo>
                  <a:lnTo>
                    <a:pt x="1612238" y="383682"/>
                  </a:lnTo>
                  <a:lnTo>
                    <a:pt x="1620381" y="375967"/>
                  </a:lnTo>
                  <a:lnTo>
                    <a:pt x="1628523" y="367377"/>
                  </a:lnTo>
                  <a:lnTo>
                    <a:pt x="1636666" y="357845"/>
                  </a:lnTo>
                  <a:lnTo>
                    <a:pt x="1644809" y="347313"/>
                  </a:lnTo>
                  <a:lnTo>
                    <a:pt x="1652951" y="335736"/>
                  </a:lnTo>
                  <a:lnTo>
                    <a:pt x="1661094" y="323110"/>
                  </a:lnTo>
                  <a:lnTo>
                    <a:pt x="1669237" y="309476"/>
                  </a:lnTo>
                  <a:lnTo>
                    <a:pt x="1677379" y="294924"/>
                  </a:lnTo>
                  <a:lnTo>
                    <a:pt x="1685522" y="279587"/>
                  </a:lnTo>
                  <a:lnTo>
                    <a:pt x="1693664" y="263640"/>
                  </a:lnTo>
                  <a:lnTo>
                    <a:pt x="1701807" y="247284"/>
                  </a:lnTo>
                  <a:lnTo>
                    <a:pt x="1709950" y="230739"/>
                  </a:lnTo>
                  <a:lnTo>
                    <a:pt x="1718092" y="214245"/>
                  </a:lnTo>
                  <a:lnTo>
                    <a:pt x="1726235" y="198051"/>
                  </a:lnTo>
                  <a:lnTo>
                    <a:pt x="1734377" y="182339"/>
                  </a:lnTo>
                  <a:lnTo>
                    <a:pt x="1742520" y="167270"/>
                  </a:lnTo>
                  <a:lnTo>
                    <a:pt x="1750663" y="152973"/>
                  </a:lnTo>
                  <a:lnTo>
                    <a:pt x="1758805" y="139554"/>
                  </a:lnTo>
                  <a:lnTo>
                    <a:pt x="1766948" y="127089"/>
                  </a:lnTo>
                  <a:lnTo>
                    <a:pt x="1775091" y="115633"/>
                  </a:lnTo>
                  <a:lnTo>
                    <a:pt x="1783233" y="105215"/>
                  </a:lnTo>
                  <a:lnTo>
                    <a:pt x="1791376" y="95843"/>
                  </a:lnTo>
                  <a:lnTo>
                    <a:pt x="1799518" y="87495"/>
                  </a:lnTo>
                  <a:lnTo>
                    <a:pt x="1807661" y="80146"/>
                  </a:lnTo>
                  <a:lnTo>
                    <a:pt x="1815804" y="73740"/>
                  </a:lnTo>
                  <a:lnTo>
                    <a:pt x="1823946" y="68073"/>
                  </a:lnTo>
                  <a:lnTo>
                    <a:pt x="1832089" y="62992"/>
                  </a:lnTo>
                  <a:lnTo>
                    <a:pt x="1840232" y="58326"/>
                  </a:lnTo>
                  <a:lnTo>
                    <a:pt x="1848374" y="53903"/>
                  </a:lnTo>
                  <a:lnTo>
                    <a:pt x="1856517" y="49558"/>
                  </a:lnTo>
                  <a:lnTo>
                    <a:pt x="1864659" y="45153"/>
                  </a:lnTo>
                  <a:lnTo>
                    <a:pt x="1872802" y="40589"/>
                  </a:lnTo>
                  <a:lnTo>
                    <a:pt x="1880945" y="35817"/>
                  </a:lnTo>
                  <a:lnTo>
                    <a:pt x="1889087" y="30842"/>
                  </a:lnTo>
                  <a:lnTo>
                    <a:pt x="1897230" y="25726"/>
                  </a:lnTo>
                  <a:lnTo>
                    <a:pt x="1905372" y="20603"/>
                  </a:lnTo>
                  <a:lnTo>
                    <a:pt x="1913515" y="15660"/>
                  </a:lnTo>
                  <a:lnTo>
                    <a:pt x="1921658" y="11088"/>
                  </a:lnTo>
                  <a:lnTo>
                    <a:pt x="1929800" y="7083"/>
                  </a:lnTo>
                  <a:lnTo>
                    <a:pt x="1937943" y="3832"/>
                  </a:lnTo>
                  <a:lnTo>
                    <a:pt x="1946086" y="1494"/>
                  </a:lnTo>
                  <a:lnTo>
                    <a:pt x="1954228" y="192"/>
                  </a:lnTo>
                  <a:lnTo>
                    <a:pt x="1962371" y="0"/>
                  </a:lnTo>
                  <a:lnTo>
                    <a:pt x="1970513" y="933"/>
                  </a:lnTo>
                  <a:lnTo>
                    <a:pt x="1978656" y="2953"/>
                  </a:lnTo>
                  <a:lnTo>
                    <a:pt x="1986799" y="5961"/>
                  </a:lnTo>
                  <a:lnTo>
                    <a:pt x="1994941" y="9858"/>
                  </a:lnTo>
                  <a:lnTo>
                    <a:pt x="2003084" y="14376"/>
                  </a:lnTo>
                  <a:lnTo>
                    <a:pt x="2011227" y="19276"/>
                  </a:lnTo>
                  <a:lnTo>
                    <a:pt x="2019369" y="24343"/>
                  </a:lnTo>
                  <a:lnTo>
                    <a:pt x="2027512" y="29374"/>
                  </a:lnTo>
                  <a:lnTo>
                    <a:pt x="2035654" y="34199"/>
                  </a:lnTo>
                  <a:lnTo>
                    <a:pt x="2043797" y="38681"/>
                  </a:lnTo>
                  <a:lnTo>
                    <a:pt x="2051940" y="42732"/>
                  </a:lnTo>
                  <a:lnTo>
                    <a:pt x="2060082" y="46308"/>
                  </a:lnTo>
                  <a:lnTo>
                    <a:pt x="2068225" y="49410"/>
                  </a:lnTo>
                  <a:lnTo>
                    <a:pt x="2076367" y="52082"/>
                  </a:lnTo>
                  <a:lnTo>
                    <a:pt x="2084510" y="54391"/>
                  </a:lnTo>
                  <a:lnTo>
                    <a:pt x="2092653" y="56467"/>
                  </a:lnTo>
                  <a:lnTo>
                    <a:pt x="2100795" y="58460"/>
                  </a:lnTo>
                  <a:lnTo>
                    <a:pt x="2108938" y="60511"/>
                  </a:lnTo>
                  <a:lnTo>
                    <a:pt x="2117081" y="62761"/>
                  </a:lnTo>
                  <a:lnTo>
                    <a:pt x="2125223" y="65349"/>
                  </a:lnTo>
                  <a:lnTo>
                    <a:pt x="2133366" y="68404"/>
                  </a:lnTo>
                  <a:lnTo>
                    <a:pt x="2141508" y="72038"/>
                  </a:lnTo>
                  <a:lnTo>
                    <a:pt x="2149651" y="76341"/>
                  </a:lnTo>
                  <a:lnTo>
                    <a:pt x="2157794" y="81377"/>
                  </a:lnTo>
                  <a:lnTo>
                    <a:pt x="2165936" y="87179"/>
                  </a:lnTo>
                  <a:lnTo>
                    <a:pt x="2174079" y="93763"/>
                  </a:lnTo>
                  <a:lnTo>
                    <a:pt x="2182222" y="101114"/>
                  </a:lnTo>
                  <a:lnTo>
                    <a:pt x="2190364" y="109078"/>
                  </a:lnTo>
                  <a:lnTo>
                    <a:pt x="2198507" y="117526"/>
                  </a:lnTo>
                  <a:lnTo>
                    <a:pt x="2206649" y="126302"/>
                  </a:lnTo>
                  <a:lnTo>
                    <a:pt x="2214792" y="135226"/>
                  </a:lnTo>
                  <a:lnTo>
                    <a:pt x="2222935" y="144104"/>
                  </a:lnTo>
                  <a:lnTo>
                    <a:pt x="2231077" y="152743"/>
                  </a:lnTo>
                  <a:lnTo>
                    <a:pt x="2239220" y="160953"/>
                  </a:lnTo>
                  <a:lnTo>
                    <a:pt x="2247363" y="168564"/>
                  </a:lnTo>
                  <a:lnTo>
                    <a:pt x="2255505" y="175434"/>
                  </a:lnTo>
                  <a:lnTo>
                    <a:pt x="2263648" y="181454"/>
                  </a:lnTo>
                  <a:lnTo>
                    <a:pt x="2271790" y="186457"/>
                  </a:lnTo>
                  <a:lnTo>
                    <a:pt x="2279933" y="190528"/>
                  </a:lnTo>
                  <a:lnTo>
                    <a:pt x="2288076" y="193701"/>
                  </a:lnTo>
                  <a:lnTo>
                    <a:pt x="2296218" y="196050"/>
                  </a:lnTo>
                  <a:lnTo>
                    <a:pt x="2304361" y="197679"/>
                  </a:lnTo>
                  <a:lnTo>
                    <a:pt x="2312503" y="198719"/>
                  </a:lnTo>
                  <a:lnTo>
                    <a:pt x="2320646" y="199316"/>
                  </a:lnTo>
                  <a:lnTo>
                    <a:pt x="2328789" y="199629"/>
                  </a:lnTo>
                  <a:lnTo>
                    <a:pt x="2336931" y="199818"/>
                  </a:lnTo>
                  <a:lnTo>
                    <a:pt x="2345074" y="200038"/>
                  </a:lnTo>
                  <a:lnTo>
                    <a:pt x="2353217" y="200428"/>
                  </a:lnTo>
                  <a:lnTo>
                    <a:pt x="2361359" y="201143"/>
                  </a:lnTo>
                  <a:lnTo>
                    <a:pt x="2369502" y="202265"/>
                  </a:lnTo>
                  <a:lnTo>
                    <a:pt x="2377644" y="203835"/>
                  </a:lnTo>
                  <a:lnTo>
                    <a:pt x="2385787" y="205866"/>
                  </a:lnTo>
                  <a:lnTo>
                    <a:pt x="2393930" y="208339"/>
                  </a:lnTo>
                  <a:lnTo>
                    <a:pt x="2402072" y="211205"/>
                  </a:lnTo>
                  <a:lnTo>
                    <a:pt x="2410215" y="214397"/>
                  </a:lnTo>
                  <a:lnTo>
                    <a:pt x="2418358" y="217832"/>
                  </a:lnTo>
                  <a:lnTo>
                    <a:pt x="2426500" y="221426"/>
                  </a:lnTo>
                  <a:lnTo>
                    <a:pt x="2434643" y="225100"/>
                  </a:lnTo>
                  <a:lnTo>
                    <a:pt x="2442785" y="228794"/>
                  </a:lnTo>
                  <a:lnTo>
                    <a:pt x="2450928" y="232468"/>
                  </a:lnTo>
                  <a:lnTo>
                    <a:pt x="2459071" y="236116"/>
                  </a:lnTo>
                  <a:lnTo>
                    <a:pt x="2467213" y="239763"/>
                  </a:lnTo>
                  <a:lnTo>
                    <a:pt x="2475356" y="243456"/>
                  </a:lnTo>
                  <a:lnTo>
                    <a:pt x="2483498" y="247252"/>
                  </a:lnTo>
                  <a:lnTo>
                    <a:pt x="2491641" y="251213"/>
                  </a:lnTo>
                  <a:lnTo>
                    <a:pt x="2499784" y="255396"/>
                  </a:lnTo>
                  <a:lnTo>
                    <a:pt x="2507926" y="259845"/>
                  </a:lnTo>
                  <a:lnTo>
                    <a:pt x="2516069" y="264590"/>
                  </a:lnTo>
                  <a:lnTo>
                    <a:pt x="2524212" y="269637"/>
                  </a:lnTo>
                  <a:lnTo>
                    <a:pt x="2532354" y="274975"/>
                  </a:lnTo>
                  <a:lnTo>
                    <a:pt x="2540497" y="280576"/>
                  </a:lnTo>
                  <a:lnTo>
                    <a:pt x="2548639" y="286395"/>
                  </a:lnTo>
                  <a:lnTo>
                    <a:pt x="2556782" y="292342"/>
                  </a:lnTo>
                  <a:lnTo>
                    <a:pt x="2564925" y="298344"/>
                  </a:lnTo>
                  <a:lnTo>
                    <a:pt x="2573067" y="304317"/>
                  </a:lnTo>
                  <a:lnTo>
                    <a:pt x="2581210" y="310174"/>
                  </a:lnTo>
                  <a:lnTo>
                    <a:pt x="2589353" y="315826"/>
                  </a:lnTo>
                  <a:lnTo>
                    <a:pt x="2597495" y="321180"/>
                  </a:lnTo>
                  <a:lnTo>
                    <a:pt x="2605638" y="326144"/>
                  </a:lnTo>
                  <a:lnTo>
                    <a:pt x="2613780" y="330628"/>
                  </a:lnTo>
                  <a:lnTo>
                    <a:pt x="2621923" y="334549"/>
                  </a:lnTo>
                  <a:lnTo>
                    <a:pt x="2630066" y="337831"/>
                  </a:lnTo>
                  <a:lnTo>
                    <a:pt x="2638208" y="340336"/>
                  </a:lnTo>
                  <a:lnTo>
                    <a:pt x="2646351" y="342093"/>
                  </a:lnTo>
                  <a:lnTo>
                    <a:pt x="2654493" y="343092"/>
                  </a:lnTo>
                  <a:lnTo>
                    <a:pt x="2662636" y="343349"/>
                  </a:lnTo>
                  <a:lnTo>
                    <a:pt x="2670779" y="342902"/>
                  </a:lnTo>
                  <a:lnTo>
                    <a:pt x="2678921" y="341814"/>
                  </a:lnTo>
                  <a:lnTo>
                    <a:pt x="2687064" y="340166"/>
                  </a:lnTo>
                  <a:lnTo>
                    <a:pt x="2695207" y="338054"/>
                  </a:lnTo>
                  <a:lnTo>
                    <a:pt x="2703349" y="335582"/>
                  </a:lnTo>
                  <a:lnTo>
                    <a:pt x="2711492" y="332853"/>
                  </a:lnTo>
                  <a:lnTo>
                    <a:pt x="2719634" y="329965"/>
                  </a:lnTo>
                  <a:lnTo>
                    <a:pt x="2727777" y="327001"/>
                  </a:lnTo>
                  <a:lnTo>
                    <a:pt x="2735920" y="324037"/>
                  </a:lnTo>
                  <a:lnTo>
                    <a:pt x="2744062" y="321116"/>
                  </a:lnTo>
                  <a:lnTo>
                    <a:pt x="2752205" y="318262"/>
                  </a:lnTo>
                  <a:lnTo>
                    <a:pt x="2760348" y="315487"/>
                  </a:lnTo>
                  <a:lnTo>
                    <a:pt x="2768490" y="312795"/>
                  </a:lnTo>
                  <a:lnTo>
                    <a:pt x="2776633" y="310189"/>
                  </a:lnTo>
                  <a:lnTo>
                    <a:pt x="2784775" y="307677"/>
                  </a:lnTo>
                  <a:lnTo>
                    <a:pt x="2792918" y="305276"/>
                  </a:lnTo>
                  <a:lnTo>
                    <a:pt x="2801061" y="303016"/>
                  </a:lnTo>
                  <a:lnTo>
                    <a:pt x="2809203" y="300941"/>
                  </a:lnTo>
                  <a:lnTo>
                    <a:pt x="2817346" y="299129"/>
                  </a:lnTo>
                  <a:lnTo>
                    <a:pt x="2825488" y="297671"/>
                  </a:lnTo>
                  <a:lnTo>
                    <a:pt x="2833631" y="296639"/>
                  </a:lnTo>
                  <a:lnTo>
                    <a:pt x="2841774" y="296119"/>
                  </a:lnTo>
                  <a:lnTo>
                    <a:pt x="2849916" y="296197"/>
                  </a:lnTo>
                  <a:lnTo>
                    <a:pt x="2858059" y="296945"/>
                  </a:lnTo>
                  <a:lnTo>
                    <a:pt x="2866202" y="298423"/>
                  </a:lnTo>
                  <a:lnTo>
                    <a:pt x="2874344" y="300674"/>
                  </a:lnTo>
                  <a:lnTo>
                    <a:pt x="2882487" y="303719"/>
                  </a:lnTo>
                  <a:lnTo>
                    <a:pt x="2890629" y="307560"/>
                  </a:lnTo>
                  <a:lnTo>
                    <a:pt x="2898772" y="312183"/>
                  </a:lnTo>
                  <a:lnTo>
                    <a:pt x="2906915" y="317573"/>
                  </a:lnTo>
                  <a:lnTo>
                    <a:pt x="2915057" y="323731"/>
                  </a:lnTo>
                  <a:lnTo>
                    <a:pt x="2923200" y="330550"/>
                  </a:lnTo>
                  <a:lnTo>
                    <a:pt x="2931343" y="337992"/>
                  </a:lnTo>
                  <a:lnTo>
                    <a:pt x="2939485" y="346026"/>
                  </a:lnTo>
                  <a:lnTo>
                    <a:pt x="2947628" y="354627"/>
                  </a:lnTo>
                  <a:lnTo>
                    <a:pt x="2955770" y="363781"/>
                  </a:lnTo>
                  <a:lnTo>
                    <a:pt x="2963913" y="373478"/>
                  </a:lnTo>
                  <a:lnTo>
                    <a:pt x="2972056" y="383712"/>
                  </a:lnTo>
                  <a:lnTo>
                    <a:pt x="2980198" y="394478"/>
                  </a:lnTo>
                  <a:lnTo>
                    <a:pt x="2988341" y="405766"/>
                  </a:lnTo>
                  <a:lnTo>
                    <a:pt x="2996484" y="417555"/>
                  </a:lnTo>
                  <a:lnTo>
                    <a:pt x="3004626" y="429856"/>
                  </a:lnTo>
                  <a:lnTo>
                    <a:pt x="3012769" y="442563"/>
                  </a:lnTo>
                  <a:lnTo>
                    <a:pt x="3020911" y="455599"/>
                  </a:lnTo>
                  <a:lnTo>
                    <a:pt x="3029054" y="468870"/>
                  </a:lnTo>
                  <a:lnTo>
                    <a:pt x="3037197" y="482267"/>
                  </a:lnTo>
                  <a:lnTo>
                    <a:pt x="3045339" y="495666"/>
                  </a:lnTo>
                  <a:lnTo>
                    <a:pt x="3053482" y="508937"/>
                  </a:lnTo>
                  <a:lnTo>
                    <a:pt x="3061624" y="521947"/>
                  </a:lnTo>
                  <a:lnTo>
                    <a:pt x="3069767" y="534570"/>
                  </a:lnTo>
                  <a:lnTo>
                    <a:pt x="3077910" y="546695"/>
                  </a:lnTo>
                  <a:lnTo>
                    <a:pt x="3086052" y="558231"/>
                  </a:lnTo>
                  <a:lnTo>
                    <a:pt x="3094195" y="569066"/>
                  </a:lnTo>
                  <a:lnTo>
                    <a:pt x="3102338" y="579204"/>
                  </a:lnTo>
                  <a:lnTo>
                    <a:pt x="3110480" y="588687"/>
                  </a:lnTo>
                  <a:lnTo>
                    <a:pt x="3118623" y="597569"/>
                  </a:lnTo>
                  <a:lnTo>
                    <a:pt x="3126765" y="605925"/>
                  </a:lnTo>
                  <a:lnTo>
                    <a:pt x="3134908" y="613852"/>
                  </a:lnTo>
                  <a:lnTo>
                    <a:pt x="3143051" y="621452"/>
                  </a:lnTo>
                  <a:lnTo>
                    <a:pt x="3151193" y="628827"/>
                  </a:lnTo>
                  <a:lnTo>
                    <a:pt x="3159336" y="636067"/>
                  </a:lnTo>
                  <a:lnTo>
                    <a:pt x="3167479" y="643243"/>
                  </a:lnTo>
                  <a:lnTo>
                    <a:pt x="3175621" y="650403"/>
                  </a:lnTo>
                  <a:lnTo>
                    <a:pt x="3183764" y="657567"/>
                  </a:lnTo>
                  <a:lnTo>
                    <a:pt x="3191906" y="664721"/>
                  </a:lnTo>
                  <a:lnTo>
                    <a:pt x="3200049" y="671826"/>
                  </a:lnTo>
                  <a:lnTo>
                    <a:pt x="3208192" y="678826"/>
                  </a:lnTo>
                  <a:lnTo>
                    <a:pt x="3216334" y="685655"/>
                  </a:lnTo>
                  <a:lnTo>
                    <a:pt x="3224477" y="692245"/>
                  </a:lnTo>
                  <a:lnTo>
                    <a:pt x="3232619" y="698529"/>
                  </a:lnTo>
                  <a:lnTo>
                    <a:pt x="3240762" y="704449"/>
                  </a:lnTo>
                  <a:lnTo>
                    <a:pt x="3248905" y="709960"/>
                  </a:lnTo>
                  <a:lnTo>
                    <a:pt x="3257047" y="715032"/>
                  </a:lnTo>
                  <a:lnTo>
                    <a:pt x="3265190" y="719651"/>
                  </a:lnTo>
                  <a:lnTo>
                    <a:pt x="3273333" y="723812"/>
                  </a:lnTo>
                  <a:lnTo>
                    <a:pt x="3281475" y="727509"/>
                  </a:lnTo>
                  <a:lnTo>
                    <a:pt x="3289618" y="730824"/>
                  </a:lnTo>
                  <a:lnTo>
                    <a:pt x="3297760" y="733807"/>
                  </a:lnTo>
                  <a:lnTo>
                    <a:pt x="3305903" y="736522"/>
                  </a:lnTo>
                  <a:lnTo>
                    <a:pt x="3314046" y="739036"/>
                  </a:lnTo>
                  <a:lnTo>
                    <a:pt x="3322188" y="741425"/>
                  </a:lnTo>
                  <a:lnTo>
                    <a:pt x="3330331" y="743765"/>
                  </a:lnTo>
                  <a:lnTo>
                    <a:pt x="3338474" y="746130"/>
                  </a:lnTo>
                  <a:lnTo>
                    <a:pt x="3346616" y="748591"/>
                  </a:lnTo>
                  <a:lnTo>
                    <a:pt x="3354759" y="751208"/>
                  </a:lnTo>
                  <a:lnTo>
                    <a:pt x="3362901" y="754031"/>
                  </a:lnTo>
                  <a:lnTo>
                    <a:pt x="3371044" y="757119"/>
                  </a:lnTo>
                  <a:lnTo>
                    <a:pt x="3379187" y="760462"/>
                  </a:lnTo>
                  <a:lnTo>
                    <a:pt x="3387329" y="764046"/>
                  </a:lnTo>
                  <a:lnTo>
                    <a:pt x="3395472" y="767842"/>
                  </a:lnTo>
                  <a:lnTo>
                    <a:pt x="3403614" y="771804"/>
                  </a:lnTo>
                  <a:lnTo>
                    <a:pt x="3411757" y="775872"/>
                  </a:lnTo>
                  <a:lnTo>
                    <a:pt x="3419900" y="779979"/>
                  </a:lnTo>
                  <a:lnTo>
                    <a:pt x="3428042" y="784054"/>
                  </a:lnTo>
                  <a:lnTo>
                    <a:pt x="3436185" y="788027"/>
                  </a:lnTo>
                  <a:lnTo>
                    <a:pt x="3444328" y="791835"/>
                  </a:lnTo>
                  <a:lnTo>
                    <a:pt x="3452470" y="795421"/>
                  </a:lnTo>
                  <a:lnTo>
                    <a:pt x="3460613" y="798723"/>
                  </a:lnTo>
                  <a:lnTo>
                    <a:pt x="3468755" y="801721"/>
                  </a:lnTo>
                  <a:lnTo>
                    <a:pt x="3476898" y="804414"/>
                  </a:lnTo>
                  <a:lnTo>
                    <a:pt x="3485041" y="806807"/>
                  </a:lnTo>
                  <a:lnTo>
                    <a:pt x="3493183" y="808914"/>
                  </a:lnTo>
                  <a:lnTo>
                    <a:pt x="3501326" y="810759"/>
                  </a:lnTo>
                  <a:lnTo>
                    <a:pt x="3509469" y="812373"/>
                  </a:lnTo>
                  <a:lnTo>
                    <a:pt x="3517611" y="813789"/>
                  </a:lnTo>
                  <a:lnTo>
                    <a:pt x="3525754" y="815045"/>
                  </a:lnTo>
                  <a:lnTo>
                    <a:pt x="3533896" y="816182"/>
                  </a:lnTo>
                  <a:lnTo>
                    <a:pt x="3542039" y="817236"/>
                  </a:lnTo>
                  <a:lnTo>
                    <a:pt x="3550182" y="818243"/>
                  </a:lnTo>
                  <a:lnTo>
                    <a:pt x="3558324" y="819244"/>
                  </a:lnTo>
                  <a:lnTo>
                    <a:pt x="3566467" y="820269"/>
                  </a:lnTo>
                  <a:lnTo>
                    <a:pt x="3574609" y="821344"/>
                  </a:lnTo>
                  <a:lnTo>
                    <a:pt x="3582752" y="822488"/>
                  </a:lnTo>
                  <a:lnTo>
                    <a:pt x="3590895" y="823717"/>
                  </a:lnTo>
                  <a:lnTo>
                    <a:pt x="3599037" y="825039"/>
                  </a:lnTo>
                  <a:lnTo>
                    <a:pt x="3607180" y="826460"/>
                  </a:lnTo>
                  <a:lnTo>
                    <a:pt x="3615323" y="827977"/>
                  </a:lnTo>
                  <a:lnTo>
                    <a:pt x="3623465" y="829585"/>
                  </a:lnTo>
                  <a:lnTo>
                    <a:pt x="3631608" y="831270"/>
                  </a:lnTo>
                  <a:lnTo>
                    <a:pt x="3639750" y="833019"/>
                  </a:lnTo>
                  <a:lnTo>
                    <a:pt x="3647893" y="834811"/>
                  </a:lnTo>
                  <a:lnTo>
                    <a:pt x="3656036" y="836619"/>
                  </a:lnTo>
                  <a:lnTo>
                    <a:pt x="3664178" y="838420"/>
                  </a:lnTo>
                  <a:lnTo>
                    <a:pt x="3672321" y="840191"/>
                  </a:lnTo>
                  <a:lnTo>
                    <a:pt x="3680464" y="841912"/>
                  </a:lnTo>
                  <a:lnTo>
                    <a:pt x="3688606" y="843564"/>
                  </a:lnTo>
                  <a:lnTo>
                    <a:pt x="3696749" y="845133"/>
                  </a:lnTo>
                  <a:lnTo>
                    <a:pt x="3704891" y="846605"/>
                  </a:lnTo>
                  <a:lnTo>
                    <a:pt x="3713034" y="847975"/>
                  </a:lnTo>
                  <a:lnTo>
                    <a:pt x="3721177" y="849238"/>
                  </a:lnTo>
                  <a:lnTo>
                    <a:pt x="3729319" y="850393"/>
                  </a:lnTo>
                  <a:lnTo>
                    <a:pt x="3737462" y="851436"/>
                  </a:lnTo>
                  <a:lnTo>
                    <a:pt x="3745605" y="852384"/>
                  </a:lnTo>
                  <a:lnTo>
                    <a:pt x="3753747" y="853249"/>
                  </a:lnTo>
                  <a:lnTo>
                    <a:pt x="3761890" y="854043"/>
                  </a:lnTo>
                  <a:lnTo>
                    <a:pt x="3770032" y="854778"/>
                  </a:lnTo>
                  <a:lnTo>
                    <a:pt x="3778175" y="855469"/>
                  </a:lnTo>
                  <a:lnTo>
                    <a:pt x="3786318" y="856129"/>
                  </a:lnTo>
                  <a:lnTo>
                    <a:pt x="3794460" y="856768"/>
                  </a:lnTo>
                  <a:lnTo>
                    <a:pt x="3802603" y="857396"/>
                  </a:lnTo>
                  <a:lnTo>
                    <a:pt x="3810745" y="858021"/>
                  </a:lnTo>
                  <a:lnTo>
                    <a:pt x="3818888" y="858647"/>
                  </a:lnTo>
                  <a:lnTo>
                    <a:pt x="3827031" y="859275"/>
                  </a:lnTo>
                  <a:lnTo>
                    <a:pt x="3835173" y="859902"/>
                  </a:lnTo>
                  <a:lnTo>
                    <a:pt x="3843316" y="860525"/>
                  </a:lnTo>
                  <a:lnTo>
                    <a:pt x="3851459" y="861137"/>
                  </a:lnTo>
                  <a:lnTo>
                    <a:pt x="3859601" y="861731"/>
                  </a:lnTo>
                  <a:lnTo>
                    <a:pt x="3867744" y="862301"/>
                  </a:lnTo>
                  <a:lnTo>
                    <a:pt x="3875886" y="862841"/>
                  </a:lnTo>
                  <a:lnTo>
                    <a:pt x="3884029" y="863344"/>
                  </a:lnTo>
                  <a:lnTo>
                    <a:pt x="3892172" y="863807"/>
                  </a:lnTo>
                  <a:lnTo>
                    <a:pt x="3900314" y="864228"/>
                  </a:lnTo>
                  <a:lnTo>
                    <a:pt x="3908457" y="864607"/>
                  </a:lnTo>
                  <a:lnTo>
                    <a:pt x="3916600" y="864942"/>
                  </a:lnTo>
                  <a:lnTo>
                    <a:pt x="3924742" y="865236"/>
                  </a:lnTo>
                  <a:lnTo>
                    <a:pt x="3932885" y="865496"/>
                  </a:lnTo>
                  <a:lnTo>
                    <a:pt x="3941027" y="865724"/>
                  </a:lnTo>
                  <a:lnTo>
                    <a:pt x="3949170" y="865926"/>
                  </a:lnTo>
                  <a:lnTo>
                    <a:pt x="3957313" y="866106"/>
                  </a:lnTo>
                  <a:lnTo>
                    <a:pt x="3965455" y="866268"/>
                  </a:lnTo>
                  <a:lnTo>
                    <a:pt x="3973598" y="866416"/>
                  </a:lnTo>
                  <a:lnTo>
                    <a:pt x="3981740" y="866553"/>
                  </a:lnTo>
                  <a:lnTo>
                    <a:pt x="3989883" y="866684"/>
                  </a:lnTo>
                  <a:lnTo>
                    <a:pt x="3998026" y="866811"/>
                  </a:lnTo>
                  <a:lnTo>
                    <a:pt x="4006168" y="866937"/>
                  </a:lnTo>
                  <a:lnTo>
                    <a:pt x="4014311" y="867065"/>
                  </a:lnTo>
                  <a:lnTo>
                    <a:pt x="4022454" y="867196"/>
                  </a:lnTo>
                  <a:lnTo>
                    <a:pt x="4030596" y="867331"/>
                  </a:lnTo>
                  <a:lnTo>
                    <a:pt x="4038739" y="867470"/>
                  </a:lnTo>
                  <a:lnTo>
                    <a:pt x="4046881" y="867614"/>
                  </a:lnTo>
                  <a:lnTo>
                    <a:pt x="4055024" y="867761"/>
                  </a:lnTo>
                  <a:lnTo>
                    <a:pt x="4063167" y="867911"/>
                  </a:lnTo>
                  <a:lnTo>
                    <a:pt x="4071309" y="868060"/>
                  </a:lnTo>
                  <a:lnTo>
                    <a:pt x="4079452" y="868209"/>
                  </a:lnTo>
                  <a:lnTo>
                    <a:pt x="4087595" y="868354"/>
                  </a:lnTo>
                  <a:lnTo>
                    <a:pt x="4095737" y="868494"/>
                  </a:lnTo>
                  <a:lnTo>
                    <a:pt x="4103880" y="868626"/>
                  </a:lnTo>
                  <a:lnTo>
                    <a:pt x="4112022" y="868750"/>
                  </a:lnTo>
                  <a:lnTo>
                    <a:pt x="4120165" y="868866"/>
                  </a:lnTo>
                  <a:lnTo>
                    <a:pt x="4128308" y="868972"/>
                  </a:lnTo>
                  <a:lnTo>
                    <a:pt x="4136450" y="869069"/>
                  </a:lnTo>
                  <a:lnTo>
                    <a:pt x="4144593" y="869156"/>
                  </a:lnTo>
                  <a:lnTo>
                    <a:pt x="4152735" y="869235"/>
                  </a:lnTo>
                  <a:lnTo>
                    <a:pt x="4160878" y="869305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tx4059"/>
            <p:cNvSpPr/>
            <p:nvPr/>
          </p:nvSpPr>
          <p:spPr>
            <a:xfrm>
              <a:off x="10006864" y="1066419"/>
              <a:ext cx="408919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64.3% &gt; 0</a:t>
              </a:r>
            </a:p>
          </p:txBody>
        </p:sp>
        <p:sp>
          <p:nvSpPr>
            <p:cNvPr id="4060" name="tx4060"/>
            <p:cNvSpPr/>
            <p:nvPr/>
          </p:nvSpPr>
          <p:spPr>
            <a:xfrm>
              <a:off x="9726701" y="1169403"/>
              <a:ext cx="67574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median +2.95 °C</a:t>
              </a:r>
            </a:p>
          </p:txBody>
        </p:sp>
        <p:sp>
          <p:nvSpPr>
            <p:cNvPr id="4061" name="rc4061"/>
            <p:cNvSpPr/>
            <p:nvPr/>
          </p:nvSpPr>
          <p:spPr>
            <a:xfrm>
              <a:off x="5859264" y="2310676"/>
              <a:ext cx="4576966" cy="9566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5859264" y="3223846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5859264" y="2998538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5859264" y="2773229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5859264" y="2547921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5859264" y="2322613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  <a:lnTo>
                    <a:pt x="45769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7983679" y="2310676"/>
              <a:ext cx="0" cy="956653"/>
            </a:xfrm>
            <a:custGeom>
              <a:avLst/>
              <a:pathLst>
                <a:path w="0" h="956653">
                  <a:moveTo>
                    <a:pt x="0" y="95665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68" name="pg4068"/>
            <p:cNvSpPr/>
            <p:nvPr/>
          </p:nvSpPr>
          <p:spPr>
            <a:xfrm>
              <a:off x="6067307" y="2354161"/>
              <a:ext cx="4160878" cy="869685"/>
            </a:xfrm>
            <a:custGeom>
              <a:avLst/>
              <a:pathLst>
                <a:path w="4160878" h="869685">
                  <a:moveTo>
                    <a:pt x="0" y="869685"/>
                  </a:moveTo>
                  <a:lnTo>
                    <a:pt x="8142" y="869685"/>
                  </a:lnTo>
                  <a:lnTo>
                    <a:pt x="16285" y="869685"/>
                  </a:lnTo>
                  <a:lnTo>
                    <a:pt x="24427" y="869685"/>
                  </a:lnTo>
                  <a:lnTo>
                    <a:pt x="32570" y="869685"/>
                  </a:lnTo>
                  <a:lnTo>
                    <a:pt x="40713" y="869685"/>
                  </a:lnTo>
                  <a:lnTo>
                    <a:pt x="48855" y="869685"/>
                  </a:lnTo>
                  <a:lnTo>
                    <a:pt x="56998" y="869685"/>
                  </a:lnTo>
                  <a:lnTo>
                    <a:pt x="65140" y="869685"/>
                  </a:lnTo>
                  <a:lnTo>
                    <a:pt x="73283" y="869685"/>
                  </a:lnTo>
                  <a:lnTo>
                    <a:pt x="81426" y="869685"/>
                  </a:lnTo>
                  <a:lnTo>
                    <a:pt x="89568" y="869685"/>
                  </a:lnTo>
                  <a:lnTo>
                    <a:pt x="97711" y="869685"/>
                  </a:lnTo>
                  <a:lnTo>
                    <a:pt x="105854" y="869685"/>
                  </a:lnTo>
                  <a:lnTo>
                    <a:pt x="113996" y="869685"/>
                  </a:lnTo>
                  <a:lnTo>
                    <a:pt x="122139" y="869685"/>
                  </a:lnTo>
                  <a:lnTo>
                    <a:pt x="130281" y="869685"/>
                  </a:lnTo>
                  <a:lnTo>
                    <a:pt x="138424" y="869685"/>
                  </a:lnTo>
                  <a:lnTo>
                    <a:pt x="146567" y="869685"/>
                  </a:lnTo>
                  <a:lnTo>
                    <a:pt x="154709" y="869685"/>
                  </a:lnTo>
                  <a:lnTo>
                    <a:pt x="162852" y="869685"/>
                  </a:lnTo>
                  <a:lnTo>
                    <a:pt x="170995" y="869685"/>
                  </a:lnTo>
                  <a:lnTo>
                    <a:pt x="179137" y="869685"/>
                  </a:lnTo>
                  <a:lnTo>
                    <a:pt x="187280" y="869685"/>
                  </a:lnTo>
                  <a:lnTo>
                    <a:pt x="195422" y="869685"/>
                  </a:lnTo>
                  <a:lnTo>
                    <a:pt x="203565" y="869685"/>
                  </a:lnTo>
                  <a:lnTo>
                    <a:pt x="211708" y="869685"/>
                  </a:lnTo>
                  <a:lnTo>
                    <a:pt x="219850" y="869685"/>
                  </a:lnTo>
                  <a:lnTo>
                    <a:pt x="227993" y="869685"/>
                  </a:lnTo>
                  <a:lnTo>
                    <a:pt x="236135" y="869685"/>
                  </a:lnTo>
                  <a:lnTo>
                    <a:pt x="244278" y="869685"/>
                  </a:lnTo>
                  <a:lnTo>
                    <a:pt x="252421" y="869685"/>
                  </a:lnTo>
                  <a:lnTo>
                    <a:pt x="260563" y="869685"/>
                  </a:lnTo>
                  <a:lnTo>
                    <a:pt x="268706" y="869685"/>
                  </a:lnTo>
                  <a:lnTo>
                    <a:pt x="276849" y="869685"/>
                  </a:lnTo>
                  <a:lnTo>
                    <a:pt x="284991" y="869685"/>
                  </a:lnTo>
                  <a:lnTo>
                    <a:pt x="293134" y="869685"/>
                  </a:lnTo>
                  <a:lnTo>
                    <a:pt x="301276" y="869685"/>
                  </a:lnTo>
                  <a:lnTo>
                    <a:pt x="309419" y="869685"/>
                  </a:lnTo>
                  <a:lnTo>
                    <a:pt x="317562" y="869685"/>
                  </a:lnTo>
                  <a:lnTo>
                    <a:pt x="325704" y="869684"/>
                  </a:lnTo>
                  <a:lnTo>
                    <a:pt x="333847" y="869683"/>
                  </a:lnTo>
                  <a:lnTo>
                    <a:pt x="341990" y="869681"/>
                  </a:lnTo>
                  <a:lnTo>
                    <a:pt x="350132" y="869676"/>
                  </a:lnTo>
                  <a:lnTo>
                    <a:pt x="358275" y="869667"/>
                  </a:lnTo>
                  <a:lnTo>
                    <a:pt x="366417" y="869649"/>
                  </a:lnTo>
                  <a:lnTo>
                    <a:pt x="374560" y="869621"/>
                  </a:lnTo>
                  <a:lnTo>
                    <a:pt x="382703" y="869581"/>
                  </a:lnTo>
                  <a:lnTo>
                    <a:pt x="390845" y="869529"/>
                  </a:lnTo>
                  <a:lnTo>
                    <a:pt x="398988" y="869467"/>
                  </a:lnTo>
                  <a:lnTo>
                    <a:pt x="407130" y="869397"/>
                  </a:lnTo>
                  <a:lnTo>
                    <a:pt x="415273" y="869319"/>
                  </a:lnTo>
                  <a:lnTo>
                    <a:pt x="423416" y="869229"/>
                  </a:lnTo>
                  <a:lnTo>
                    <a:pt x="431558" y="869122"/>
                  </a:lnTo>
                  <a:lnTo>
                    <a:pt x="439701" y="868995"/>
                  </a:lnTo>
                  <a:lnTo>
                    <a:pt x="447844" y="868852"/>
                  </a:lnTo>
                  <a:lnTo>
                    <a:pt x="455986" y="868703"/>
                  </a:lnTo>
                  <a:lnTo>
                    <a:pt x="464129" y="868559"/>
                  </a:lnTo>
                  <a:lnTo>
                    <a:pt x="472271" y="868425"/>
                  </a:lnTo>
                  <a:lnTo>
                    <a:pt x="480414" y="868296"/>
                  </a:lnTo>
                  <a:lnTo>
                    <a:pt x="488557" y="868170"/>
                  </a:lnTo>
                  <a:lnTo>
                    <a:pt x="496699" y="868046"/>
                  </a:lnTo>
                  <a:lnTo>
                    <a:pt x="504842" y="867933"/>
                  </a:lnTo>
                  <a:lnTo>
                    <a:pt x="512985" y="867843"/>
                  </a:lnTo>
                  <a:lnTo>
                    <a:pt x="521127" y="867786"/>
                  </a:lnTo>
                  <a:lnTo>
                    <a:pt x="529270" y="867765"/>
                  </a:lnTo>
                  <a:lnTo>
                    <a:pt x="537412" y="867775"/>
                  </a:lnTo>
                  <a:lnTo>
                    <a:pt x="545555" y="867808"/>
                  </a:lnTo>
                  <a:lnTo>
                    <a:pt x="553698" y="867857"/>
                  </a:lnTo>
                  <a:lnTo>
                    <a:pt x="561840" y="867914"/>
                  </a:lnTo>
                  <a:lnTo>
                    <a:pt x="569983" y="867968"/>
                  </a:lnTo>
                  <a:lnTo>
                    <a:pt x="578125" y="868007"/>
                  </a:lnTo>
                  <a:lnTo>
                    <a:pt x="586268" y="868016"/>
                  </a:lnTo>
                  <a:lnTo>
                    <a:pt x="594411" y="867985"/>
                  </a:lnTo>
                  <a:lnTo>
                    <a:pt x="602553" y="867912"/>
                  </a:lnTo>
                  <a:lnTo>
                    <a:pt x="610696" y="867798"/>
                  </a:lnTo>
                  <a:lnTo>
                    <a:pt x="618839" y="867642"/>
                  </a:lnTo>
                  <a:lnTo>
                    <a:pt x="626981" y="867431"/>
                  </a:lnTo>
                  <a:lnTo>
                    <a:pt x="635124" y="867144"/>
                  </a:lnTo>
                  <a:lnTo>
                    <a:pt x="643266" y="866768"/>
                  </a:lnTo>
                  <a:lnTo>
                    <a:pt x="651409" y="866303"/>
                  </a:lnTo>
                  <a:lnTo>
                    <a:pt x="659552" y="865764"/>
                  </a:lnTo>
                  <a:lnTo>
                    <a:pt x="667694" y="865173"/>
                  </a:lnTo>
                  <a:lnTo>
                    <a:pt x="675837" y="864538"/>
                  </a:lnTo>
                  <a:lnTo>
                    <a:pt x="683980" y="863852"/>
                  </a:lnTo>
                  <a:lnTo>
                    <a:pt x="692122" y="863096"/>
                  </a:lnTo>
                  <a:lnTo>
                    <a:pt x="700265" y="862259"/>
                  </a:lnTo>
                  <a:lnTo>
                    <a:pt x="708407" y="861347"/>
                  </a:lnTo>
                  <a:lnTo>
                    <a:pt x="716550" y="860386"/>
                  </a:lnTo>
                  <a:lnTo>
                    <a:pt x="724693" y="859404"/>
                  </a:lnTo>
                  <a:lnTo>
                    <a:pt x="732835" y="858413"/>
                  </a:lnTo>
                  <a:lnTo>
                    <a:pt x="740978" y="857399"/>
                  </a:lnTo>
                  <a:lnTo>
                    <a:pt x="749121" y="856332"/>
                  </a:lnTo>
                  <a:lnTo>
                    <a:pt x="757263" y="855192"/>
                  </a:lnTo>
                  <a:lnTo>
                    <a:pt x="765406" y="853978"/>
                  </a:lnTo>
                  <a:lnTo>
                    <a:pt x="773548" y="852722"/>
                  </a:lnTo>
                  <a:lnTo>
                    <a:pt x="781691" y="851464"/>
                  </a:lnTo>
                  <a:lnTo>
                    <a:pt x="789834" y="850229"/>
                  </a:lnTo>
                  <a:lnTo>
                    <a:pt x="797976" y="849013"/>
                  </a:lnTo>
                  <a:lnTo>
                    <a:pt x="806119" y="847782"/>
                  </a:lnTo>
                  <a:lnTo>
                    <a:pt x="814261" y="846489"/>
                  </a:lnTo>
                  <a:lnTo>
                    <a:pt x="822404" y="845106"/>
                  </a:lnTo>
                  <a:lnTo>
                    <a:pt x="830547" y="843621"/>
                  </a:lnTo>
                  <a:lnTo>
                    <a:pt x="838689" y="842038"/>
                  </a:lnTo>
                  <a:lnTo>
                    <a:pt x="846832" y="840368"/>
                  </a:lnTo>
                  <a:lnTo>
                    <a:pt x="854975" y="838630"/>
                  </a:lnTo>
                  <a:lnTo>
                    <a:pt x="863117" y="836854"/>
                  </a:lnTo>
                  <a:lnTo>
                    <a:pt x="871260" y="835074"/>
                  </a:lnTo>
                  <a:lnTo>
                    <a:pt x="879402" y="833324"/>
                  </a:lnTo>
                  <a:lnTo>
                    <a:pt x="887545" y="831638"/>
                  </a:lnTo>
                  <a:lnTo>
                    <a:pt x="895688" y="830056"/>
                  </a:lnTo>
                  <a:lnTo>
                    <a:pt x="903830" y="828627"/>
                  </a:lnTo>
                  <a:lnTo>
                    <a:pt x="911973" y="827398"/>
                  </a:lnTo>
                  <a:lnTo>
                    <a:pt x="920116" y="826388"/>
                  </a:lnTo>
                  <a:lnTo>
                    <a:pt x="928258" y="825550"/>
                  </a:lnTo>
                  <a:lnTo>
                    <a:pt x="936401" y="824761"/>
                  </a:lnTo>
                  <a:lnTo>
                    <a:pt x="944543" y="823848"/>
                  </a:lnTo>
                  <a:lnTo>
                    <a:pt x="952686" y="822652"/>
                  </a:lnTo>
                  <a:lnTo>
                    <a:pt x="960829" y="821087"/>
                  </a:lnTo>
                  <a:lnTo>
                    <a:pt x="968971" y="819170"/>
                  </a:lnTo>
                  <a:lnTo>
                    <a:pt x="977114" y="816981"/>
                  </a:lnTo>
                  <a:lnTo>
                    <a:pt x="985256" y="814597"/>
                  </a:lnTo>
                  <a:lnTo>
                    <a:pt x="993399" y="812033"/>
                  </a:lnTo>
                  <a:lnTo>
                    <a:pt x="1001542" y="809254"/>
                  </a:lnTo>
                  <a:lnTo>
                    <a:pt x="1009684" y="806243"/>
                  </a:lnTo>
                  <a:lnTo>
                    <a:pt x="1017827" y="803054"/>
                  </a:lnTo>
                  <a:lnTo>
                    <a:pt x="1025970" y="799824"/>
                  </a:lnTo>
                  <a:lnTo>
                    <a:pt x="1034112" y="796733"/>
                  </a:lnTo>
                  <a:lnTo>
                    <a:pt x="1042255" y="793938"/>
                  </a:lnTo>
                  <a:lnTo>
                    <a:pt x="1050397" y="791530"/>
                  </a:lnTo>
                  <a:lnTo>
                    <a:pt x="1058540" y="789537"/>
                  </a:lnTo>
                  <a:lnTo>
                    <a:pt x="1066683" y="787954"/>
                  </a:lnTo>
                  <a:lnTo>
                    <a:pt x="1074825" y="786786"/>
                  </a:lnTo>
                  <a:lnTo>
                    <a:pt x="1082968" y="786074"/>
                  </a:lnTo>
                  <a:lnTo>
                    <a:pt x="1091111" y="785877"/>
                  </a:lnTo>
                  <a:lnTo>
                    <a:pt x="1099253" y="786239"/>
                  </a:lnTo>
                  <a:lnTo>
                    <a:pt x="1107396" y="787147"/>
                  </a:lnTo>
                  <a:lnTo>
                    <a:pt x="1115538" y="788509"/>
                  </a:lnTo>
                  <a:lnTo>
                    <a:pt x="1123681" y="790171"/>
                  </a:lnTo>
                  <a:lnTo>
                    <a:pt x="1131824" y="791963"/>
                  </a:lnTo>
                  <a:lnTo>
                    <a:pt x="1139966" y="793740"/>
                  </a:lnTo>
                  <a:lnTo>
                    <a:pt x="1148109" y="795404"/>
                  </a:lnTo>
                  <a:lnTo>
                    <a:pt x="1156251" y="796906"/>
                  </a:lnTo>
                  <a:lnTo>
                    <a:pt x="1164394" y="798218"/>
                  </a:lnTo>
                  <a:lnTo>
                    <a:pt x="1172537" y="799312"/>
                  </a:lnTo>
                  <a:lnTo>
                    <a:pt x="1180679" y="800149"/>
                  </a:lnTo>
                  <a:lnTo>
                    <a:pt x="1188822" y="800707"/>
                  </a:lnTo>
                  <a:lnTo>
                    <a:pt x="1196965" y="800965"/>
                  </a:lnTo>
                  <a:lnTo>
                    <a:pt x="1205107" y="800919"/>
                  </a:lnTo>
                  <a:lnTo>
                    <a:pt x="1213250" y="800605"/>
                  </a:lnTo>
                  <a:lnTo>
                    <a:pt x="1221392" y="800113"/>
                  </a:lnTo>
                  <a:lnTo>
                    <a:pt x="1229535" y="799577"/>
                  </a:lnTo>
                  <a:lnTo>
                    <a:pt x="1237678" y="799143"/>
                  </a:lnTo>
                  <a:lnTo>
                    <a:pt x="1245820" y="798913"/>
                  </a:lnTo>
                  <a:lnTo>
                    <a:pt x="1253963" y="798902"/>
                  </a:lnTo>
                  <a:lnTo>
                    <a:pt x="1262106" y="799032"/>
                  </a:lnTo>
                  <a:lnTo>
                    <a:pt x="1270248" y="799172"/>
                  </a:lnTo>
                  <a:lnTo>
                    <a:pt x="1278391" y="799187"/>
                  </a:lnTo>
                  <a:lnTo>
                    <a:pt x="1286533" y="798986"/>
                  </a:lnTo>
                  <a:lnTo>
                    <a:pt x="1294676" y="798532"/>
                  </a:lnTo>
                  <a:lnTo>
                    <a:pt x="1302819" y="797837"/>
                  </a:lnTo>
                  <a:lnTo>
                    <a:pt x="1310961" y="796956"/>
                  </a:lnTo>
                  <a:lnTo>
                    <a:pt x="1319104" y="795977"/>
                  </a:lnTo>
                  <a:lnTo>
                    <a:pt x="1327246" y="795004"/>
                  </a:lnTo>
                  <a:lnTo>
                    <a:pt x="1335389" y="794136"/>
                  </a:lnTo>
                  <a:lnTo>
                    <a:pt x="1343532" y="793437"/>
                  </a:lnTo>
                  <a:lnTo>
                    <a:pt x="1351674" y="792923"/>
                  </a:lnTo>
                  <a:lnTo>
                    <a:pt x="1359817" y="792589"/>
                  </a:lnTo>
                  <a:lnTo>
                    <a:pt x="1367960" y="792411"/>
                  </a:lnTo>
                  <a:lnTo>
                    <a:pt x="1376102" y="792380"/>
                  </a:lnTo>
                  <a:lnTo>
                    <a:pt x="1384245" y="792476"/>
                  </a:lnTo>
                  <a:lnTo>
                    <a:pt x="1392387" y="792639"/>
                  </a:lnTo>
                  <a:lnTo>
                    <a:pt x="1400530" y="792765"/>
                  </a:lnTo>
                  <a:lnTo>
                    <a:pt x="1408673" y="792740"/>
                  </a:lnTo>
                  <a:lnTo>
                    <a:pt x="1416815" y="792482"/>
                  </a:lnTo>
                  <a:lnTo>
                    <a:pt x="1424958" y="791970"/>
                  </a:lnTo>
                  <a:lnTo>
                    <a:pt x="1433101" y="791244"/>
                  </a:lnTo>
                  <a:lnTo>
                    <a:pt x="1441243" y="790370"/>
                  </a:lnTo>
                  <a:lnTo>
                    <a:pt x="1449386" y="789407"/>
                  </a:lnTo>
                  <a:lnTo>
                    <a:pt x="1457528" y="788364"/>
                  </a:lnTo>
                  <a:lnTo>
                    <a:pt x="1465671" y="787189"/>
                  </a:lnTo>
                  <a:lnTo>
                    <a:pt x="1473814" y="785782"/>
                  </a:lnTo>
                  <a:lnTo>
                    <a:pt x="1481956" y="784024"/>
                  </a:lnTo>
                  <a:lnTo>
                    <a:pt x="1490099" y="781817"/>
                  </a:lnTo>
                  <a:lnTo>
                    <a:pt x="1498242" y="779119"/>
                  </a:lnTo>
                  <a:lnTo>
                    <a:pt x="1506384" y="775958"/>
                  </a:lnTo>
                  <a:lnTo>
                    <a:pt x="1514527" y="772425"/>
                  </a:lnTo>
                  <a:lnTo>
                    <a:pt x="1522669" y="768650"/>
                  </a:lnTo>
                  <a:lnTo>
                    <a:pt x="1530812" y="764769"/>
                  </a:lnTo>
                  <a:lnTo>
                    <a:pt x="1538955" y="760881"/>
                  </a:lnTo>
                  <a:lnTo>
                    <a:pt x="1547097" y="757024"/>
                  </a:lnTo>
                  <a:lnTo>
                    <a:pt x="1555240" y="753176"/>
                  </a:lnTo>
                  <a:lnTo>
                    <a:pt x="1563382" y="749297"/>
                  </a:lnTo>
                  <a:lnTo>
                    <a:pt x="1571525" y="745381"/>
                  </a:lnTo>
                  <a:lnTo>
                    <a:pt x="1579668" y="741475"/>
                  </a:lnTo>
                  <a:lnTo>
                    <a:pt x="1587810" y="737661"/>
                  </a:lnTo>
                  <a:lnTo>
                    <a:pt x="1595953" y="734014"/>
                  </a:lnTo>
                  <a:lnTo>
                    <a:pt x="1604096" y="730557"/>
                  </a:lnTo>
                  <a:lnTo>
                    <a:pt x="1612238" y="727237"/>
                  </a:lnTo>
                  <a:lnTo>
                    <a:pt x="1620381" y="723943"/>
                  </a:lnTo>
                  <a:lnTo>
                    <a:pt x="1628523" y="720536"/>
                  </a:lnTo>
                  <a:lnTo>
                    <a:pt x="1636666" y="716894"/>
                  </a:lnTo>
                  <a:lnTo>
                    <a:pt x="1644809" y="712935"/>
                  </a:lnTo>
                  <a:lnTo>
                    <a:pt x="1652951" y="708639"/>
                  </a:lnTo>
                  <a:lnTo>
                    <a:pt x="1661094" y="704034"/>
                  </a:lnTo>
                  <a:lnTo>
                    <a:pt x="1669237" y="699188"/>
                  </a:lnTo>
                  <a:lnTo>
                    <a:pt x="1677379" y="694197"/>
                  </a:lnTo>
                  <a:lnTo>
                    <a:pt x="1685522" y="689162"/>
                  </a:lnTo>
                  <a:lnTo>
                    <a:pt x="1693664" y="684165"/>
                  </a:lnTo>
                  <a:lnTo>
                    <a:pt x="1701807" y="679219"/>
                  </a:lnTo>
                  <a:lnTo>
                    <a:pt x="1709950" y="674221"/>
                  </a:lnTo>
                  <a:lnTo>
                    <a:pt x="1718092" y="668954"/>
                  </a:lnTo>
                  <a:lnTo>
                    <a:pt x="1726235" y="663130"/>
                  </a:lnTo>
                  <a:lnTo>
                    <a:pt x="1734377" y="656574"/>
                  </a:lnTo>
                  <a:lnTo>
                    <a:pt x="1742520" y="649218"/>
                  </a:lnTo>
                  <a:lnTo>
                    <a:pt x="1750663" y="641082"/>
                  </a:lnTo>
                  <a:lnTo>
                    <a:pt x="1758805" y="632202"/>
                  </a:lnTo>
                  <a:lnTo>
                    <a:pt x="1766948" y="622597"/>
                  </a:lnTo>
                  <a:lnTo>
                    <a:pt x="1775091" y="612309"/>
                  </a:lnTo>
                  <a:lnTo>
                    <a:pt x="1783233" y="601458"/>
                  </a:lnTo>
                  <a:lnTo>
                    <a:pt x="1791376" y="590261"/>
                  </a:lnTo>
                  <a:lnTo>
                    <a:pt x="1799518" y="578976"/>
                  </a:lnTo>
                  <a:lnTo>
                    <a:pt x="1807661" y="567812"/>
                  </a:lnTo>
                  <a:lnTo>
                    <a:pt x="1815804" y="556869"/>
                  </a:lnTo>
                  <a:lnTo>
                    <a:pt x="1823946" y="546149"/>
                  </a:lnTo>
                  <a:lnTo>
                    <a:pt x="1832089" y="535608"/>
                  </a:lnTo>
                  <a:lnTo>
                    <a:pt x="1840232" y="525170"/>
                  </a:lnTo>
                  <a:lnTo>
                    <a:pt x="1848374" y="514675"/>
                  </a:lnTo>
                  <a:lnTo>
                    <a:pt x="1856517" y="503795"/>
                  </a:lnTo>
                  <a:lnTo>
                    <a:pt x="1864659" y="492015"/>
                  </a:lnTo>
                  <a:lnTo>
                    <a:pt x="1872802" y="478766"/>
                  </a:lnTo>
                  <a:lnTo>
                    <a:pt x="1880945" y="463688"/>
                  </a:lnTo>
                  <a:lnTo>
                    <a:pt x="1889087" y="446866"/>
                  </a:lnTo>
                  <a:lnTo>
                    <a:pt x="1897230" y="428870"/>
                  </a:lnTo>
                  <a:lnTo>
                    <a:pt x="1905372" y="410538"/>
                  </a:lnTo>
                  <a:lnTo>
                    <a:pt x="1913515" y="392549"/>
                  </a:lnTo>
                  <a:lnTo>
                    <a:pt x="1921658" y="375032"/>
                  </a:lnTo>
                  <a:lnTo>
                    <a:pt x="1929800" y="357634"/>
                  </a:lnTo>
                  <a:lnTo>
                    <a:pt x="1937943" y="339767"/>
                  </a:lnTo>
                  <a:lnTo>
                    <a:pt x="1946086" y="320906"/>
                  </a:lnTo>
                  <a:lnTo>
                    <a:pt x="1954228" y="300779"/>
                  </a:lnTo>
                  <a:lnTo>
                    <a:pt x="1962371" y="279391"/>
                  </a:lnTo>
                  <a:lnTo>
                    <a:pt x="1970513" y="256944"/>
                  </a:lnTo>
                  <a:lnTo>
                    <a:pt x="1978656" y="233751"/>
                  </a:lnTo>
                  <a:lnTo>
                    <a:pt x="1986799" y="210208"/>
                  </a:lnTo>
                  <a:lnTo>
                    <a:pt x="1994941" y="186786"/>
                  </a:lnTo>
                  <a:lnTo>
                    <a:pt x="2003084" y="163999"/>
                  </a:lnTo>
                  <a:lnTo>
                    <a:pt x="2011227" y="142317"/>
                  </a:lnTo>
                  <a:lnTo>
                    <a:pt x="2019369" y="122061"/>
                  </a:lnTo>
                  <a:lnTo>
                    <a:pt x="2027512" y="103366"/>
                  </a:lnTo>
                  <a:lnTo>
                    <a:pt x="2035654" y="86242"/>
                  </a:lnTo>
                  <a:lnTo>
                    <a:pt x="2043797" y="70704"/>
                  </a:lnTo>
                  <a:lnTo>
                    <a:pt x="2051940" y="56876"/>
                  </a:lnTo>
                  <a:lnTo>
                    <a:pt x="2060082" y="44984"/>
                  </a:lnTo>
                  <a:lnTo>
                    <a:pt x="2068225" y="35249"/>
                  </a:lnTo>
                  <a:lnTo>
                    <a:pt x="2076367" y="27749"/>
                  </a:lnTo>
                  <a:lnTo>
                    <a:pt x="2084510" y="22380"/>
                  </a:lnTo>
                  <a:lnTo>
                    <a:pt x="2092653" y="18763"/>
                  </a:lnTo>
                  <a:lnTo>
                    <a:pt x="2100795" y="16408"/>
                  </a:lnTo>
                  <a:lnTo>
                    <a:pt x="2108938" y="14929"/>
                  </a:lnTo>
                  <a:lnTo>
                    <a:pt x="2117081" y="14076"/>
                  </a:lnTo>
                  <a:lnTo>
                    <a:pt x="2125223" y="13745"/>
                  </a:lnTo>
                  <a:lnTo>
                    <a:pt x="2133366" y="13900"/>
                  </a:lnTo>
                  <a:lnTo>
                    <a:pt x="2141508" y="14447"/>
                  </a:lnTo>
                  <a:lnTo>
                    <a:pt x="2149651" y="15136"/>
                  </a:lnTo>
                  <a:lnTo>
                    <a:pt x="2157794" y="15555"/>
                  </a:lnTo>
                  <a:lnTo>
                    <a:pt x="2165936" y="15249"/>
                  </a:lnTo>
                  <a:lnTo>
                    <a:pt x="2174079" y="13904"/>
                  </a:lnTo>
                  <a:lnTo>
                    <a:pt x="2182222" y="11500"/>
                  </a:lnTo>
                  <a:lnTo>
                    <a:pt x="2190364" y="8371"/>
                  </a:lnTo>
                  <a:lnTo>
                    <a:pt x="2198507" y="5114"/>
                  </a:lnTo>
                  <a:lnTo>
                    <a:pt x="2206649" y="2384"/>
                  </a:lnTo>
                  <a:lnTo>
                    <a:pt x="2214792" y="648"/>
                  </a:lnTo>
                  <a:lnTo>
                    <a:pt x="2222935" y="0"/>
                  </a:lnTo>
                  <a:lnTo>
                    <a:pt x="2231077" y="146"/>
                  </a:lnTo>
                  <a:lnTo>
                    <a:pt x="2239220" y="620"/>
                  </a:lnTo>
                  <a:lnTo>
                    <a:pt x="2247363" y="1153"/>
                  </a:lnTo>
                  <a:lnTo>
                    <a:pt x="2255505" y="2006"/>
                  </a:lnTo>
                  <a:lnTo>
                    <a:pt x="2263648" y="4067"/>
                  </a:lnTo>
                  <a:lnTo>
                    <a:pt x="2271790" y="8648"/>
                  </a:lnTo>
                  <a:lnTo>
                    <a:pt x="2279933" y="16564"/>
                  </a:lnTo>
                  <a:lnTo>
                    <a:pt x="2288076" y="27974"/>
                  </a:lnTo>
                  <a:lnTo>
                    <a:pt x="2296218" y="42338"/>
                  </a:lnTo>
                  <a:lnTo>
                    <a:pt x="2304361" y="58752"/>
                  </a:lnTo>
                  <a:lnTo>
                    <a:pt x="2312503" y="76372"/>
                  </a:lnTo>
                  <a:lnTo>
                    <a:pt x="2320646" y="94687"/>
                  </a:lnTo>
                  <a:lnTo>
                    <a:pt x="2328789" y="113565"/>
                  </a:lnTo>
                  <a:lnTo>
                    <a:pt x="2336931" y="133112"/>
                  </a:lnTo>
                  <a:lnTo>
                    <a:pt x="2345074" y="153508"/>
                  </a:lnTo>
                  <a:lnTo>
                    <a:pt x="2353217" y="174863"/>
                  </a:lnTo>
                  <a:lnTo>
                    <a:pt x="2361359" y="197154"/>
                  </a:lnTo>
                  <a:lnTo>
                    <a:pt x="2369502" y="220192"/>
                  </a:lnTo>
                  <a:lnTo>
                    <a:pt x="2377644" y="243634"/>
                  </a:lnTo>
                  <a:lnTo>
                    <a:pt x="2385787" y="267036"/>
                  </a:lnTo>
                  <a:lnTo>
                    <a:pt x="2393930" y="289946"/>
                  </a:lnTo>
                  <a:lnTo>
                    <a:pt x="2402072" y="312006"/>
                  </a:lnTo>
                  <a:lnTo>
                    <a:pt x="2410215" y="333009"/>
                  </a:lnTo>
                  <a:lnTo>
                    <a:pt x="2418358" y="352888"/>
                  </a:lnTo>
                  <a:lnTo>
                    <a:pt x="2426500" y="371654"/>
                  </a:lnTo>
                  <a:lnTo>
                    <a:pt x="2434643" y="389316"/>
                  </a:lnTo>
                  <a:lnTo>
                    <a:pt x="2442785" y="405832"/>
                  </a:lnTo>
                  <a:lnTo>
                    <a:pt x="2450928" y="421072"/>
                  </a:lnTo>
                  <a:lnTo>
                    <a:pt x="2459071" y="435027"/>
                  </a:lnTo>
                  <a:lnTo>
                    <a:pt x="2467213" y="447771"/>
                  </a:lnTo>
                  <a:lnTo>
                    <a:pt x="2475356" y="459496"/>
                  </a:lnTo>
                  <a:lnTo>
                    <a:pt x="2483498" y="470480"/>
                  </a:lnTo>
                  <a:lnTo>
                    <a:pt x="2491641" y="481004"/>
                  </a:lnTo>
                  <a:lnTo>
                    <a:pt x="2499784" y="491279"/>
                  </a:lnTo>
                  <a:lnTo>
                    <a:pt x="2507926" y="501416"/>
                  </a:lnTo>
                  <a:lnTo>
                    <a:pt x="2516069" y="511438"/>
                  </a:lnTo>
                  <a:lnTo>
                    <a:pt x="2524212" y="521305"/>
                  </a:lnTo>
                  <a:lnTo>
                    <a:pt x="2532354" y="530950"/>
                  </a:lnTo>
                  <a:lnTo>
                    <a:pt x="2540497" y="540318"/>
                  </a:lnTo>
                  <a:lnTo>
                    <a:pt x="2548639" y="549401"/>
                  </a:lnTo>
                  <a:lnTo>
                    <a:pt x="2556782" y="558265"/>
                  </a:lnTo>
                  <a:lnTo>
                    <a:pt x="2564925" y="567030"/>
                  </a:lnTo>
                  <a:lnTo>
                    <a:pt x="2573067" y="575817"/>
                  </a:lnTo>
                  <a:lnTo>
                    <a:pt x="2581210" y="584671"/>
                  </a:lnTo>
                  <a:lnTo>
                    <a:pt x="2589353" y="593517"/>
                  </a:lnTo>
                  <a:lnTo>
                    <a:pt x="2597495" y="602183"/>
                  </a:lnTo>
                  <a:lnTo>
                    <a:pt x="2605638" y="610479"/>
                  </a:lnTo>
                  <a:lnTo>
                    <a:pt x="2613780" y="618280"/>
                  </a:lnTo>
                  <a:lnTo>
                    <a:pt x="2621923" y="625568"/>
                  </a:lnTo>
                  <a:lnTo>
                    <a:pt x="2630066" y="632419"/>
                  </a:lnTo>
                  <a:lnTo>
                    <a:pt x="2638208" y="638989"/>
                  </a:lnTo>
                  <a:lnTo>
                    <a:pt x="2646351" y="645464"/>
                  </a:lnTo>
                  <a:lnTo>
                    <a:pt x="2654493" y="652010"/>
                  </a:lnTo>
                  <a:lnTo>
                    <a:pt x="2662636" y="658737"/>
                  </a:lnTo>
                  <a:lnTo>
                    <a:pt x="2670779" y="665638"/>
                  </a:lnTo>
                  <a:lnTo>
                    <a:pt x="2678921" y="672555"/>
                  </a:lnTo>
                  <a:lnTo>
                    <a:pt x="2687064" y="679202"/>
                  </a:lnTo>
                  <a:lnTo>
                    <a:pt x="2695207" y="685268"/>
                  </a:lnTo>
                  <a:lnTo>
                    <a:pt x="2703349" y="690548"/>
                  </a:lnTo>
                  <a:lnTo>
                    <a:pt x="2711492" y="695050"/>
                  </a:lnTo>
                  <a:lnTo>
                    <a:pt x="2719634" y="698998"/>
                  </a:lnTo>
                  <a:lnTo>
                    <a:pt x="2727777" y="702732"/>
                  </a:lnTo>
                  <a:lnTo>
                    <a:pt x="2735920" y="706560"/>
                  </a:lnTo>
                  <a:lnTo>
                    <a:pt x="2744062" y="710640"/>
                  </a:lnTo>
                  <a:lnTo>
                    <a:pt x="2752205" y="714936"/>
                  </a:lnTo>
                  <a:lnTo>
                    <a:pt x="2760348" y="719271"/>
                  </a:lnTo>
                  <a:lnTo>
                    <a:pt x="2768490" y="723434"/>
                  </a:lnTo>
                  <a:lnTo>
                    <a:pt x="2776633" y="727276"/>
                  </a:lnTo>
                  <a:lnTo>
                    <a:pt x="2784775" y="730766"/>
                  </a:lnTo>
                  <a:lnTo>
                    <a:pt x="2792918" y="733995"/>
                  </a:lnTo>
                  <a:lnTo>
                    <a:pt x="2801061" y="737134"/>
                  </a:lnTo>
                  <a:lnTo>
                    <a:pt x="2809203" y="740375"/>
                  </a:lnTo>
                  <a:lnTo>
                    <a:pt x="2817346" y="743872"/>
                  </a:lnTo>
                  <a:lnTo>
                    <a:pt x="2825488" y="747643"/>
                  </a:lnTo>
                  <a:lnTo>
                    <a:pt x="2833631" y="751598"/>
                  </a:lnTo>
                  <a:lnTo>
                    <a:pt x="2841774" y="755575"/>
                  </a:lnTo>
                  <a:lnTo>
                    <a:pt x="2849916" y="759423"/>
                  </a:lnTo>
                  <a:lnTo>
                    <a:pt x="2858059" y="763082"/>
                  </a:lnTo>
                  <a:lnTo>
                    <a:pt x="2866202" y="766627"/>
                  </a:lnTo>
                  <a:lnTo>
                    <a:pt x="2874344" y="770235"/>
                  </a:lnTo>
                  <a:lnTo>
                    <a:pt x="2882487" y="774090"/>
                  </a:lnTo>
                  <a:lnTo>
                    <a:pt x="2890629" y="778279"/>
                  </a:lnTo>
                  <a:lnTo>
                    <a:pt x="2898772" y="782734"/>
                  </a:lnTo>
                  <a:lnTo>
                    <a:pt x="2906915" y="787256"/>
                  </a:lnTo>
                  <a:lnTo>
                    <a:pt x="2915057" y="791617"/>
                  </a:lnTo>
                  <a:lnTo>
                    <a:pt x="2923200" y="795664"/>
                  </a:lnTo>
                  <a:lnTo>
                    <a:pt x="2931343" y="799374"/>
                  </a:lnTo>
                  <a:lnTo>
                    <a:pt x="2939485" y="802827"/>
                  </a:lnTo>
                  <a:lnTo>
                    <a:pt x="2947628" y="806120"/>
                  </a:lnTo>
                  <a:lnTo>
                    <a:pt x="2955770" y="809285"/>
                  </a:lnTo>
                  <a:lnTo>
                    <a:pt x="2963913" y="812264"/>
                  </a:lnTo>
                  <a:lnTo>
                    <a:pt x="2972056" y="814944"/>
                  </a:lnTo>
                  <a:lnTo>
                    <a:pt x="2980198" y="817221"/>
                  </a:lnTo>
                  <a:lnTo>
                    <a:pt x="2988341" y="819055"/>
                  </a:lnTo>
                  <a:lnTo>
                    <a:pt x="2996484" y="820462"/>
                  </a:lnTo>
                  <a:lnTo>
                    <a:pt x="3004626" y="821532"/>
                  </a:lnTo>
                  <a:lnTo>
                    <a:pt x="3012769" y="822353"/>
                  </a:lnTo>
                  <a:lnTo>
                    <a:pt x="3020911" y="823011"/>
                  </a:lnTo>
                  <a:lnTo>
                    <a:pt x="3029054" y="823592"/>
                  </a:lnTo>
                  <a:lnTo>
                    <a:pt x="3037197" y="824184"/>
                  </a:lnTo>
                  <a:lnTo>
                    <a:pt x="3045339" y="824848"/>
                  </a:lnTo>
                  <a:lnTo>
                    <a:pt x="3053482" y="825590"/>
                  </a:lnTo>
                  <a:lnTo>
                    <a:pt x="3061624" y="826360"/>
                  </a:lnTo>
                  <a:lnTo>
                    <a:pt x="3069767" y="827088"/>
                  </a:lnTo>
                  <a:lnTo>
                    <a:pt x="3077910" y="827736"/>
                  </a:lnTo>
                  <a:lnTo>
                    <a:pt x="3086052" y="828347"/>
                  </a:lnTo>
                  <a:lnTo>
                    <a:pt x="3094195" y="829036"/>
                  </a:lnTo>
                  <a:lnTo>
                    <a:pt x="3102338" y="829939"/>
                  </a:lnTo>
                  <a:lnTo>
                    <a:pt x="3110480" y="831131"/>
                  </a:lnTo>
                  <a:lnTo>
                    <a:pt x="3118623" y="832594"/>
                  </a:lnTo>
                  <a:lnTo>
                    <a:pt x="3126765" y="834226"/>
                  </a:lnTo>
                  <a:lnTo>
                    <a:pt x="3134908" y="835905"/>
                  </a:lnTo>
                  <a:lnTo>
                    <a:pt x="3143051" y="837542"/>
                  </a:lnTo>
                  <a:lnTo>
                    <a:pt x="3151193" y="839108"/>
                  </a:lnTo>
                  <a:lnTo>
                    <a:pt x="3159336" y="840608"/>
                  </a:lnTo>
                  <a:lnTo>
                    <a:pt x="3167479" y="842053"/>
                  </a:lnTo>
                  <a:lnTo>
                    <a:pt x="3175621" y="843434"/>
                  </a:lnTo>
                  <a:lnTo>
                    <a:pt x="3183764" y="844738"/>
                  </a:lnTo>
                  <a:lnTo>
                    <a:pt x="3191906" y="845954"/>
                  </a:lnTo>
                  <a:lnTo>
                    <a:pt x="3200049" y="847079"/>
                  </a:lnTo>
                  <a:lnTo>
                    <a:pt x="3208192" y="848103"/>
                  </a:lnTo>
                  <a:lnTo>
                    <a:pt x="3216334" y="849014"/>
                  </a:lnTo>
                  <a:lnTo>
                    <a:pt x="3224477" y="849798"/>
                  </a:lnTo>
                  <a:lnTo>
                    <a:pt x="3232619" y="850450"/>
                  </a:lnTo>
                  <a:lnTo>
                    <a:pt x="3240762" y="850975"/>
                  </a:lnTo>
                  <a:lnTo>
                    <a:pt x="3248905" y="851385"/>
                  </a:lnTo>
                  <a:lnTo>
                    <a:pt x="3257047" y="851692"/>
                  </a:lnTo>
                  <a:lnTo>
                    <a:pt x="3265190" y="851916"/>
                  </a:lnTo>
                  <a:lnTo>
                    <a:pt x="3273333" y="852091"/>
                  </a:lnTo>
                  <a:lnTo>
                    <a:pt x="3281475" y="852267"/>
                  </a:lnTo>
                  <a:lnTo>
                    <a:pt x="3289618" y="852497"/>
                  </a:lnTo>
                  <a:lnTo>
                    <a:pt x="3297760" y="852819"/>
                  </a:lnTo>
                  <a:lnTo>
                    <a:pt x="3305903" y="853239"/>
                  </a:lnTo>
                  <a:lnTo>
                    <a:pt x="3314046" y="853732"/>
                  </a:lnTo>
                  <a:lnTo>
                    <a:pt x="3322188" y="854263"/>
                  </a:lnTo>
                  <a:lnTo>
                    <a:pt x="3330331" y="854817"/>
                  </a:lnTo>
                  <a:lnTo>
                    <a:pt x="3338474" y="855417"/>
                  </a:lnTo>
                  <a:lnTo>
                    <a:pt x="3346616" y="856102"/>
                  </a:lnTo>
                  <a:lnTo>
                    <a:pt x="3354759" y="856909"/>
                  </a:lnTo>
                  <a:lnTo>
                    <a:pt x="3362901" y="857831"/>
                  </a:lnTo>
                  <a:lnTo>
                    <a:pt x="3371044" y="858806"/>
                  </a:lnTo>
                  <a:lnTo>
                    <a:pt x="3379187" y="859761"/>
                  </a:lnTo>
                  <a:lnTo>
                    <a:pt x="3387329" y="860644"/>
                  </a:lnTo>
                  <a:lnTo>
                    <a:pt x="3395472" y="861439"/>
                  </a:lnTo>
                  <a:lnTo>
                    <a:pt x="3403614" y="862166"/>
                  </a:lnTo>
                  <a:lnTo>
                    <a:pt x="3411757" y="862853"/>
                  </a:lnTo>
                  <a:lnTo>
                    <a:pt x="3419900" y="863523"/>
                  </a:lnTo>
                  <a:lnTo>
                    <a:pt x="3428042" y="864181"/>
                  </a:lnTo>
                  <a:lnTo>
                    <a:pt x="3436185" y="864820"/>
                  </a:lnTo>
                  <a:lnTo>
                    <a:pt x="3444328" y="865429"/>
                  </a:lnTo>
                  <a:lnTo>
                    <a:pt x="3452470" y="865997"/>
                  </a:lnTo>
                  <a:lnTo>
                    <a:pt x="3460613" y="866512"/>
                  </a:lnTo>
                  <a:lnTo>
                    <a:pt x="3468755" y="866966"/>
                  </a:lnTo>
                  <a:lnTo>
                    <a:pt x="3476898" y="867353"/>
                  </a:lnTo>
                  <a:lnTo>
                    <a:pt x="3485041" y="867680"/>
                  </a:lnTo>
                  <a:lnTo>
                    <a:pt x="3493183" y="867962"/>
                  </a:lnTo>
                  <a:lnTo>
                    <a:pt x="3501326" y="868220"/>
                  </a:lnTo>
                  <a:lnTo>
                    <a:pt x="3509469" y="868471"/>
                  </a:lnTo>
                  <a:lnTo>
                    <a:pt x="3517611" y="868717"/>
                  </a:lnTo>
                  <a:lnTo>
                    <a:pt x="3525754" y="868946"/>
                  </a:lnTo>
                  <a:lnTo>
                    <a:pt x="3533896" y="869140"/>
                  </a:lnTo>
                  <a:lnTo>
                    <a:pt x="3542039" y="869284"/>
                  </a:lnTo>
                  <a:lnTo>
                    <a:pt x="3550182" y="869377"/>
                  </a:lnTo>
                  <a:lnTo>
                    <a:pt x="3558324" y="869433"/>
                  </a:lnTo>
                  <a:lnTo>
                    <a:pt x="3566467" y="869468"/>
                  </a:lnTo>
                  <a:lnTo>
                    <a:pt x="3574609" y="869497"/>
                  </a:lnTo>
                  <a:lnTo>
                    <a:pt x="3582752" y="869529"/>
                  </a:lnTo>
                  <a:lnTo>
                    <a:pt x="3590895" y="869563"/>
                  </a:lnTo>
                  <a:lnTo>
                    <a:pt x="3599037" y="869597"/>
                  </a:lnTo>
                  <a:lnTo>
                    <a:pt x="3607180" y="869627"/>
                  </a:lnTo>
                  <a:lnTo>
                    <a:pt x="3615323" y="869650"/>
                  </a:lnTo>
                  <a:lnTo>
                    <a:pt x="3623465" y="869666"/>
                  </a:lnTo>
                  <a:lnTo>
                    <a:pt x="3631608" y="869675"/>
                  </a:lnTo>
                  <a:lnTo>
                    <a:pt x="3639750" y="869680"/>
                  </a:lnTo>
                  <a:lnTo>
                    <a:pt x="3647893" y="869683"/>
                  </a:lnTo>
                  <a:lnTo>
                    <a:pt x="3656036" y="869684"/>
                  </a:lnTo>
                  <a:lnTo>
                    <a:pt x="3664178" y="869684"/>
                  </a:lnTo>
                  <a:lnTo>
                    <a:pt x="3672321" y="869685"/>
                  </a:lnTo>
                  <a:lnTo>
                    <a:pt x="3680464" y="869685"/>
                  </a:lnTo>
                  <a:lnTo>
                    <a:pt x="3688606" y="869685"/>
                  </a:lnTo>
                  <a:lnTo>
                    <a:pt x="3696749" y="869685"/>
                  </a:lnTo>
                  <a:lnTo>
                    <a:pt x="3704891" y="869685"/>
                  </a:lnTo>
                  <a:lnTo>
                    <a:pt x="3713034" y="869685"/>
                  </a:lnTo>
                  <a:lnTo>
                    <a:pt x="3721177" y="869685"/>
                  </a:lnTo>
                  <a:lnTo>
                    <a:pt x="3729319" y="869685"/>
                  </a:lnTo>
                  <a:lnTo>
                    <a:pt x="3737462" y="869685"/>
                  </a:lnTo>
                  <a:lnTo>
                    <a:pt x="3745605" y="869685"/>
                  </a:lnTo>
                  <a:lnTo>
                    <a:pt x="3753747" y="869685"/>
                  </a:lnTo>
                  <a:lnTo>
                    <a:pt x="3761890" y="869685"/>
                  </a:lnTo>
                  <a:lnTo>
                    <a:pt x="3770032" y="869685"/>
                  </a:lnTo>
                  <a:lnTo>
                    <a:pt x="3778175" y="869685"/>
                  </a:lnTo>
                  <a:lnTo>
                    <a:pt x="3786318" y="869685"/>
                  </a:lnTo>
                  <a:lnTo>
                    <a:pt x="3794460" y="869685"/>
                  </a:lnTo>
                  <a:lnTo>
                    <a:pt x="3802603" y="869685"/>
                  </a:lnTo>
                  <a:lnTo>
                    <a:pt x="3810745" y="869685"/>
                  </a:lnTo>
                  <a:lnTo>
                    <a:pt x="3818888" y="869685"/>
                  </a:lnTo>
                  <a:lnTo>
                    <a:pt x="3827031" y="869685"/>
                  </a:lnTo>
                  <a:lnTo>
                    <a:pt x="3835173" y="869685"/>
                  </a:lnTo>
                  <a:lnTo>
                    <a:pt x="3843316" y="869685"/>
                  </a:lnTo>
                  <a:lnTo>
                    <a:pt x="3851459" y="869685"/>
                  </a:lnTo>
                  <a:lnTo>
                    <a:pt x="3859601" y="869685"/>
                  </a:lnTo>
                  <a:lnTo>
                    <a:pt x="3867744" y="869685"/>
                  </a:lnTo>
                  <a:lnTo>
                    <a:pt x="3875886" y="869685"/>
                  </a:lnTo>
                  <a:lnTo>
                    <a:pt x="3884029" y="869685"/>
                  </a:lnTo>
                  <a:lnTo>
                    <a:pt x="3892172" y="869685"/>
                  </a:lnTo>
                  <a:lnTo>
                    <a:pt x="3900314" y="869685"/>
                  </a:lnTo>
                  <a:lnTo>
                    <a:pt x="3908457" y="869685"/>
                  </a:lnTo>
                  <a:lnTo>
                    <a:pt x="3916600" y="869685"/>
                  </a:lnTo>
                  <a:lnTo>
                    <a:pt x="3924742" y="869685"/>
                  </a:lnTo>
                  <a:lnTo>
                    <a:pt x="3932885" y="869685"/>
                  </a:lnTo>
                  <a:lnTo>
                    <a:pt x="3941027" y="869685"/>
                  </a:lnTo>
                  <a:lnTo>
                    <a:pt x="3949170" y="869685"/>
                  </a:lnTo>
                  <a:lnTo>
                    <a:pt x="3957313" y="869685"/>
                  </a:lnTo>
                  <a:lnTo>
                    <a:pt x="3965455" y="869685"/>
                  </a:lnTo>
                  <a:lnTo>
                    <a:pt x="3973598" y="869685"/>
                  </a:lnTo>
                  <a:lnTo>
                    <a:pt x="3981740" y="869685"/>
                  </a:lnTo>
                  <a:lnTo>
                    <a:pt x="3989883" y="869685"/>
                  </a:lnTo>
                  <a:lnTo>
                    <a:pt x="3998026" y="869685"/>
                  </a:lnTo>
                  <a:lnTo>
                    <a:pt x="4006168" y="869685"/>
                  </a:lnTo>
                  <a:lnTo>
                    <a:pt x="4014311" y="869685"/>
                  </a:lnTo>
                  <a:lnTo>
                    <a:pt x="4022454" y="869685"/>
                  </a:lnTo>
                  <a:lnTo>
                    <a:pt x="4030596" y="869685"/>
                  </a:lnTo>
                  <a:lnTo>
                    <a:pt x="4038739" y="869685"/>
                  </a:lnTo>
                  <a:lnTo>
                    <a:pt x="4046881" y="869685"/>
                  </a:lnTo>
                  <a:lnTo>
                    <a:pt x="4055024" y="869685"/>
                  </a:lnTo>
                  <a:lnTo>
                    <a:pt x="4063167" y="869685"/>
                  </a:lnTo>
                  <a:lnTo>
                    <a:pt x="4071309" y="869685"/>
                  </a:lnTo>
                  <a:lnTo>
                    <a:pt x="4079452" y="869685"/>
                  </a:lnTo>
                  <a:lnTo>
                    <a:pt x="4087595" y="869685"/>
                  </a:lnTo>
                  <a:lnTo>
                    <a:pt x="4095737" y="869685"/>
                  </a:lnTo>
                  <a:lnTo>
                    <a:pt x="4103880" y="869685"/>
                  </a:lnTo>
                  <a:lnTo>
                    <a:pt x="4112022" y="869685"/>
                  </a:lnTo>
                  <a:lnTo>
                    <a:pt x="4120165" y="869685"/>
                  </a:lnTo>
                  <a:lnTo>
                    <a:pt x="4128308" y="869685"/>
                  </a:lnTo>
                  <a:lnTo>
                    <a:pt x="4136450" y="869685"/>
                  </a:lnTo>
                  <a:lnTo>
                    <a:pt x="4144593" y="869685"/>
                  </a:lnTo>
                  <a:lnTo>
                    <a:pt x="4152735" y="869685"/>
                  </a:lnTo>
                  <a:lnTo>
                    <a:pt x="4160878" y="869685"/>
                  </a:lnTo>
                  <a:lnTo>
                    <a:pt x="4152735" y="869685"/>
                  </a:lnTo>
                  <a:lnTo>
                    <a:pt x="4144593" y="869685"/>
                  </a:lnTo>
                  <a:lnTo>
                    <a:pt x="4136450" y="869685"/>
                  </a:lnTo>
                  <a:lnTo>
                    <a:pt x="4128308" y="869685"/>
                  </a:lnTo>
                  <a:lnTo>
                    <a:pt x="4120165" y="869685"/>
                  </a:lnTo>
                  <a:lnTo>
                    <a:pt x="4112022" y="869685"/>
                  </a:lnTo>
                  <a:lnTo>
                    <a:pt x="4103880" y="869685"/>
                  </a:lnTo>
                  <a:lnTo>
                    <a:pt x="4095737" y="869685"/>
                  </a:lnTo>
                  <a:lnTo>
                    <a:pt x="4087595" y="869685"/>
                  </a:lnTo>
                  <a:lnTo>
                    <a:pt x="4079452" y="869685"/>
                  </a:lnTo>
                  <a:lnTo>
                    <a:pt x="4071309" y="869685"/>
                  </a:lnTo>
                  <a:lnTo>
                    <a:pt x="4063167" y="869685"/>
                  </a:lnTo>
                  <a:lnTo>
                    <a:pt x="4055024" y="869685"/>
                  </a:lnTo>
                  <a:lnTo>
                    <a:pt x="4046881" y="869685"/>
                  </a:lnTo>
                  <a:lnTo>
                    <a:pt x="4038739" y="869685"/>
                  </a:lnTo>
                  <a:lnTo>
                    <a:pt x="4030596" y="869685"/>
                  </a:lnTo>
                  <a:lnTo>
                    <a:pt x="4022454" y="869685"/>
                  </a:lnTo>
                  <a:lnTo>
                    <a:pt x="4014311" y="869685"/>
                  </a:lnTo>
                  <a:lnTo>
                    <a:pt x="4006168" y="869685"/>
                  </a:lnTo>
                  <a:lnTo>
                    <a:pt x="3998026" y="869685"/>
                  </a:lnTo>
                  <a:lnTo>
                    <a:pt x="3989883" y="869685"/>
                  </a:lnTo>
                  <a:lnTo>
                    <a:pt x="3981740" y="869685"/>
                  </a:lnTo>
                  <a:lnTo>
                    <a:pt x="3973598" y="869685"/>
                  </a:lnTo>
                  <a:lnTo>
                    <a:pt x="3965455" y="869685"/>
                  </a:lnTo>
                  <a:lnTo>
                    <a:pt x="3957313" y="869685"/>
                  </a:lnTo>
                  <a:lnTo>
                    <a:pt x="3949170" y="869685"/>
                  </a:lnTo>
                  <a:lnTo>
                    <a:pt x="3941027" y="869685"/>
                  </a:lnTo>
                  <a:lnTo>
                    <a:pt x="3932885" y="869685"/>
                  </a:lnTo>
                  <a:lnTo>
                    <a:pt x="3924742" y="869685"/>
                  </a:lnTo>
                  <a:lnTo>
                    <a:pt x="3916600" y="869685"/>
                  </a:lnTo>
                  <a:lnTo>
                    <a:pt x="3908457" y="869685"/>
                  </a:lnTo>
                  <a:lnTo>
                    <a:pt x="3900314" y="869685"/>
                  </a:lnTo>
                  <a:lnTo>
                    <a:pt x="3892172" y="869685"/>
                  </a:lnTo>
                  <a:lnTo>
                    <a:pt x="3884029" y="869685"/>
                  </a:lnTo>
                  <a:lnTo>
                    <a:pt x="3875886" y="869685"/>
                  </a:lnTo>
                  <a:lnTo>
                    <a:pt x="3867744" y="869685"/>
                  </a:lnTo>
                  <a:lnTo>
                    <a:pt x="3859601" y="869685"/>
                  </a:lnTo>
                  <a:lnTo>
                    <a:pt x="3851459" y="869685"/>
                  </a:lnTo>
                  <a:lnTo>
                    <a:pt x="3843316" y="869685"/>
                  </a:lnTo>
                  <a:lnTo>
                    <a:pt x="3835173" y="869685"/>
                  </a:lnTo>
                  <a:lnTo>
                    <a:pt x="3827031" y="869685"/>
                  </a:lnTo>
                  <a:lnTo>
                    <a:pt x="3818888" y="869685"/>
                  </a:lnTo>
                  <a:lnTo>
                    <a:pt x="3810745" y="869685"/>
                  </a:lnTo>
                  <a:lnTo>
                    <a:pt x="3802603" y="869685"/>
                  </a:lnTo>
                  <a:lnTo>
                    <a:pt x="3794460" y="869685"/>
                  </a:lnTo>
                  <a:lnTo>
                    <a:pt x="3786318" y="869685"/>
                  </a:lnTo>
                  <a:lnTo>
                    <a:pt x="3778175" y="869685"/>
                  </a:lnTo>
                  <a:lnTo>
                    <a:pt x="3770032" y="869685"/>
                  </a:lnTo>
                  <a:lnTo>
                    <a:pt x="3761890" y="869685"/>
                  </a:lnTo>
                  <a:lnTo>
                    <a:pt x="3753747" y="869685"/>
                  </a:lnTo>
                  <a:lnTo>
                    <a:pt x="3745605" y="869685"/>
                  </a:lnTo>
                  <a:lnTo>
                    <a:pt x="3737462" y="869685"/>
                  </a:lnTo>
                  <a:lnTo>
                    <a:pt x="3729319" y="869685"/>
                  </a:lnTo>
                  <a:lnTo>
                    <a:pt x="3721177" y="869685"/>
                  </a:lnTo>
                  <a:lnTo>
                    <a:pt x="3713034" y="869685"/>
                  </a:lnTo>
                  <a:lnTo>
                    <a:pt x="3704891" y="869685"/>
                  </a:lnTo>
                  <a:lnTo>
                    <a:pt x="3696749" y="869685"/>
                  </a:lnTo>
                  <a:lnTo>
                    <a:pt x="3688606" y="869685"/>
                  </a:lnTo>
                  <a:lnTo>
                    <a:pt x="3680464" y="869685"/>
                  </a:lnTo>
                  <a:lnTo>
                    <a:pt x="3672321" y="869685"/>
                  </a:lnTo>
                  <a:lnTo>
                    <a:pt x="3664178" y="869685"/>
                  </a:lnTo>
                  <a:lnTo>
                    <a:pt x="3656036" y="869685"/>
                  </a:lnTo>
                  <a:lnTo>
                    <a:pt x="3647893" y="869685"/>
                  </a:lnTo>
                  <a:lnTo>
                    <a:pt x="3639750" y="869685"/>
                  </a:lnTo>
                  <a:lnTo>
                    <a:pt x="3631608" y="869685"/>
                  </a:lnTo>
                  <a:lnTo>
                    <a:pt x="3623465" y="869685"/>
                  </a:lnTo>
                  <a:lnTo>
                    <a:pt x="3615323" y="869685"/>
                  </a:lnTo>
                  <a:lnTo>
                    <a:pt x="3607180" y="869685"/>
                  </a:lnTo>
                  <a:lnTo>
                    <a:pt x="3599037" y="869685"/>
                  </a:lnTo>
                  <a:lnTo>
                    <a:pt x="3590895" y="869685"/>
                  </a:lnTo>
                  <a:lnTo>
                    <a:pt x="3582752" y="869685"/>
                  </a:lnTo>
                  <a:lnTo>
                    <a:pt x="3574609" y="869685"/>
                  </a:lnTo>
                  <a:lnTo>
                    <a:pt x="3566467" y="869685"/>
                  </a:lnTo>
                  <a:lnTo>
                    <a:pt x="3558324" y="869685"/>
                  </a:lnTo>
                  <a:lnTo>
                    <a:pt x="3550182" y="869685"/>
                  </a:lnTo>
                  <a:lnTo>
                    <a:pt x="3542039" y="869685"/>
                  </a:lnTo>
                  <a:lnTo>
                    <a:pt x="3533896" y="869685"/>
                  </a:lnTo>
                  <a:lnTo>
                    <a:pt x="3525754" y="869685"/>
                  </a:lnTo>
                  <a:lnTo>
                    <a:pt x="3517611" y="869685"/>
                  </a:lnTo>
                  <a:lnTo>
                    <a:pt x="3509469" y="869685"/>
                  </a:lnTo>
                  <a:lnTo>
                    <a:pt x="3501326" y="869685"/>
                  </a:lnTo>
                  <a:lnTo>
                    <a:pt x="3493183" y="869685"/>
                  </a:lnTo>
                  <a:lnTo>
                    <a:pt x="3485041" y="869685"/>
                  </a:lnTo>
                  <a:lnTo>
                    <a:pt x="3476898" y="869685"/>
                  </a:lnTo>
                  <a:lnTo>
                    <a:pt x="3468755" y="869685"/>
                  </a:lnTo>
                  <a:lnTo>
                    <a:pt x="3460613" y="869685"/>
                  </a:lnTo>
                  <a:lnTo>
                    <a:pt x="3452470" y="869685"/>
                  </a:lnTo>
                  <a:lnTo>
                    <a:pt x="3444328" y="869685"/>
                  </a:lnTo>
                  <a:lnTo>
                    <a:pt x="3436185" y="869685"/>
                  </a:lnTo>
                  <a:lnTo>
                    <a:pt x="3428042" y="869685"/>
                  </a:lnTo>
                  <a:lnTo>
                    <a:pt x="3419900" y="869685"/>
                  </a:lnTo>
                  <a:lnTo>
                    <a:pt x="3411757" y="869685"/>
                  </a:lnTo>
                  <a:lnTo>
                    <a:pt x="3403614" y="869685"/>
                  </a:lnTo>
                  <a:lnTo>
                    <a:pt x="3395472" y="869685"/>
                  </a:lnTo>
                  <a:lnTo>
                    <a:pt x="3387329" y="869685"/>
                  </a:lnTo>
                  <a:lnTo>
                    <a:pt x="3379187" y="869685"/>
                  </a:lnTo>
                  <a:lnTo>
                    <a:pt x="3371044" y="869685"/>
                  </a:lnTo>
                  <a:lnTo>
                    <a:pt x="3362901" y="869685"/>
                  </a:lnTo>
                  <a:lnTo>
                    <a:pt x="3354759" y="869685"/>
                  </a:lnTo>
                  <a:lnTo>
                    <a:pt x="3346616" y="869685"/>
                  </a:lnTo>
                  <a:lnTo>
                    <a:pt x="3338474" y="869685"/>
                  </a:lnTo>
                  <a:lnTo>
                    <a:pt x="3330331" y="869685"/>
                  </a:lnTo>
                  <a:lnTo>
                    <a:pt x="3322188" y="869685"/>
                  </a:lnTo>
                  <a:lnTo>
                    <a:pt x="3314046" y="869685"/>
                  </a:lnTo>
                  <a:lnTo>
                    <a:pt x="3305903" y="869685"/>
                  </a:lnTo>
                  <a:lnTo>
                    <a:pt x="3297760" y="869685"/>
                  </a:lnTo>
                  <a:lnTo>
                    <a:pt x="3289618" y="869685"/>
                  </a:lnTo>
                  <a:lnTo>
                    <a:pt x="3281475" y="869685"/>
                  </a:lnTo>
                  <a:lnTo>
                    <a:pt x="3273333" y="869685"/>
                  </a:lnTo>
                  <a:lnTo>
                    <a:pt x="3265190" y="869685"/>
                  </a:lnTo>
                  <a:lnTo>
                    <a:pt x="3257047" y="869685"/>
                  </a:lnTo>
                  <a:lnTo>
                    <a:pt x="3248905" y="869685"/>
                  </a:lnTo>
                  <a:lnTo>
                    <a:pt x="3240762" y="869685"/>
                  </a:lnTo>
                  <a:lnTo>
                    <a:pt x="3232619" y="869685"/>
                  </a:lnTo>
                  <a:lnTo>
                    <a:pt x="3224477" y="869685"/>
                  </a:lnTo>
                  <a:lnTo>
                    <a:pt x="3216334" y="869685"/>
                  </a:lnTo>
                  <a:lnTo>
                    <a:pt x="3208192" y="869685"/>
                  </a:lnTo>
                  <a:lnTo>
                    <a:pt x="3200049" y="869685"/>
                  </a:lnTo>
                  <a:lnTo>
                    <a:pt x="3191906" y="869685"/>
                  </a:lnTo>
                  <a:lnTo>
                    <a:pt x="3183764" y="869685"/>
                  </a:lnTo>
                  <a:lnTo>
                    <a:pt x="3175621" y="869685"/>
                  </a:lnTo>
                  <a:lnTo>
                    <a:pt x="3167479" y="869685"/>
                  </a:lnTo>
                  <a:lnTo>
                    <a:pt x="3159336" y="869685"/>
                  </a:lnTo>
                  <a:lnTo>
                    <a:pt x="3151193" y="869685"/>
                  </a:lnTo>
                  <a:lnTo>
                    <a:pt x="3143051" y="869685"/>
                  </a:lnTo>
                  <a:lnTo>
                    <a:pt x="3134908" y="869685"/>
                  </a:lnTo>
                  <a:lnTo>
                    <a:pt x="3126765" y="869685"/>
                  </a:lnTo>
                  <a:lnTo>
                    <a:pt x="3118623" y="869685"/>
                  </a:lnTo>
                  <a:lnTo>
                    <a:pt x="3110480" y="869685"/>
                  </a:lnTo>
                  <a:lnTo>
                    <a:pt x="3102338" y="869685"/>
                  </a:lnTo>
                  <a:lnTo>
                    <a:pt x="3094195" y="869685"/>
                  </a:lnTo>
                  <a:lnTo>
                    <a:pt x="3086052" y="869685"/>
                  </a:lnTo>
                  <a:lnTo>
                    <a:pt x="3077910" y="869685"/>
                  </a:lnTo>
                  <a:lnTo>
                    <a:pt x="3069767" y="869685"/>
                  </a:lnTo>
                  <a:lnTo>
                    <a:pt x="3061624" y="869685"/>
                  </a:lnTo>
                  <a:lnTo>
                    <a:pt x="3053482" y="869685"/>
                  </a:lnTo>
                  <a:lnTo>
                    <a:pt x="3045339" y="869685"/>
                  </a:lnTo>
                  <a:lnTo>
                    <a:pt x="3037197" y="869685"/>
                  </a:lnTo>
                  <a:lnTo>
                    <a:pt x="3029054" y="869685"/>
                  </a:lnTo>
                  <a:lnTo>
                    <a:pt x="3020911" y="869685"/>
                  </a:lnTo>
                  <a:lnTo>
                    <a:pt x="3012769" y="869685"/>
                  </a:lnTo>
                  <a:lnTo>
                    <a:pt x="3004626" y="869685"/>
                  </a:lnTo>
                  <a:lnTo>
                    <a:pt x="2996484" y="869685"/>
                  </a:lnTo>
                  <a:lnTo>
                    <a:pt x="2988341" y="869685"/>
                  </a:lnTo>
                  <a:lnTo>
                    <a:pt x="2980198" y="869685"/>
                  </a:lnTo>
                  <a:lnTo>
                    <a:pt x="2972056" y="869685"/>
                  </a:lnTo>
                  <a:lnTo>
                    <a:pt x="2963913" y="869685"/>
                  </a:lnTo>
                  <a:lnTo>
                    <a:pt x="2955770" y="869685"/>
                  </a:lnTo>
                  <a:lnTo>
                    <a:pt x="2947628" y="869685"/>
                  </a:lnTo>
                  <a:lnTo>
                    <a:pt x="2939485" y="869685"/>
                  </a:lnTo>
                  <a:lnTo>
                    <a:pt x="2931343" y="869685"/>
                  </a:lnTo>
                  <a:lnTo>
                    <a:pt x="2923200" y="869685"/>
                  </a:lnTo>
                  <a:lnTo>
                    <a:pt x="2915057" y="869685"/>
                  </a:lnTo>
                  <a:lnTo>
                    <a:pt x="2906915" y="869685"/>
                  </a:lnTo>
                  <a:lnTo>
                    <a:pt x="2898772" y="869685"/>
                  </a:lnTo>
                  <a:lnTo>
                    <a:pt x="2890629" y="869685"/>
                  </a:lnTo>
                  <a:lnTo>
                    <a:pt x="2882487" y="869685"/>
                  </a:lnTo>
                  <a:lnTo>
                    <a:pt x="2874344" y="869685"/>
                  </a:lnTo>
                  <a:lnTo>
                    <a:pt x="2866202" y="869685"/>
                  </a:lnTo>
                  <a:lnTo>
                    <a:pt x="2858059" y="869685"/>
                  </a:lnTo>
                  <a:lnTo>
                    <a:pt x="2849916" y="869685"/>
                  </a:lnTo>
                  <a:lnTo>
                    <a:pt x="2841774" y="869685"/>
                  </a:lnTo>
                  <a:lnTo>
                    <a:pt x="2833631" y="869685"/>
                  </a:lnTo>
                  <a:lnTo>
                    <a:pt x="2825488" y="869685"/>
                  </a:lnTo>
                  <a:lnTo>
                    <a:pt x="2817346" y="869685"/>
                  </a:lnTo>
                  <a:lnTo>
                    <a:pt x="2809203" y="869685"/>
                  </a:lnTo>
                  <a:lnTo>
                    <a:pt x="2801061" y="869685"/>
                  </a:lnTo>
                  <a:lnTo>
                    <a:pt x="2792918" y="869685"/>
                  </a:lnTo>
                  <a:lnTo>
                    <a:pt x="2784775" y="869685"/>
                  </a:lnTo>
                  <a:lnTo>
                    <a:pt x="2776633" y="869685"/>
                  </a:lnTo>
                  <a:lnTo>
                    <a:pt x="2768490" y="869685"/>
                  </a:lnTo>
                  <a:lnTo>
                    <a:pt x="2760348" y="869685"/>
                  </a:lnTo>
                  <a:lnTo>
                    <a:pt x="2752205" y="869685"/>
                  </a:lnTo>
                  <a:lnTo>
                    <a:pt x="2744062" y="869685"/>
                  </a:lnTo>
                  <a:lnTo>
                    <a:pt x="2735920" y="869685"/>
                  </a:lnTo>
                  <a:lnTo>
                    <a:pt x="2727777" y="869685"/>
                  </a:lnTo>
                  <a:lnTo>
                    <a:pt x="2719634" y="869685"/>
                  </a:lnTo>
                  <a:lnTo>
                    <a:pt x="2711492" y="869685"/>
                  </a:lnTo>
                  <a:lnTo>
                    <a:pt x="2703349" y="869685"/>
                  </a:lnTo>
                  <a:lnTo>
                    <a:pt x="2695207" y="869685"/>
                  </a:lnTo>
                  <a:lnTo>
                    <a:pt x="2687064" y="869685"/>
                  </a:lnTo>
                  <a:lnTo>
                    <a:pt x="2678921" y="869685"/>
                  </a:lnTo>
                  <a:lnTo>
                    <a:pt x="2670779" y="869685"/>
                  </a:lnTo>
                  <a:lnTo>
                    <a:pt x="2662636" y="869685"/>
                  </a:lnTo>
                  <a:lnTo>
                    <a:pt x="2654493" y="869685"/>
                  </a:lnTo>
                  <a:lnTo>
                    <a:pt x="2646351" y="869685"/>
                  </a:lnTo>
                  <a:lnTo>
                    <a:pt x="2638208" y="869685"/>
                  </a:lnTo>
                  <a:lnTo>
                    <a:pt x="2630066" y="869685"/>
                  </a:lnTo>
                  <a:lnTo>
                    <a:pt x="2621923" y="869685"/>
                  </a:lnTo>
                  <a:lnTo>
                    <a:pt x="2613780" y="869685"/>
                  </a:lnTo>
                  <a:lnTo>
                    <a:pt x="2605638" y="869685"/>
                  </a:lnTo>
                  <a:lnTo>
                    <a:pt x="2597495" y="869685"/>
                  </a:lnTo>
                  <a:lnTo>
                    <a:pt x="2589353" y="869685"/>
                  </a:lnTo>
                  <a:lnTo>
                    <a:pt x="2581210" y="869685"/>
                  </a:lnTo>
                  <a:lnTo>
                    <a:pt x="2573067" y="869685"/>
                  </a:lnTo>
                  <a:lnTo>
                    <a:pt x="2564925" y="869685"/>
                  </a:lnTo>
                  <a:lnTo>
                    <a:pt x="2556782" y="869685"/>
                  </a:lnTo>
                  <a:lnTo>
                    <a:pt x="2548639" y="869685"/>
                  </a:lnTo>
                  <a:lnTo>
                    <a:pt x="2540497" y="869685"/>
                  </a:lnTo>
                  <a:lnTo>
                    <a:pt x="2532354" y="869685"/>
                  </a:lnTo>
                  <a:lnTo>
                    <a:pt x="2524212" y="869685"/>
                  </a:lnTo>
                  <a:lnTo>
                    <a:pt x="2516069" y="869685"/>
                  </a:lnTo>
                  <a:lnTo>
                    <a:pt x="2507926" y="869685"/>
                  </a:lnTo>
                  <a:lnTo>
                    <a:pt x="2499784" y="869685"/>
                  </a:lnTo>
                  <a:lnTo>
                    <a:pt x="2491641" y="869685"/>
                  </a:lnTo>
                  <a:lnTo>
                    <a:pt x="2483498" y="869685"/>
                  </a:lnTo>
                  <a:lnTo>
                    <a:pt x="2475356" y="869685"/>
                  </a:lnTo>
                  <a:lnTo>
                    <a:pt x="2467213" y="869685"/>
                  </a:lnTo>
                  <a:lnTo>
                    <a:pt x="2459071" y="869685"/>
                  </a:lnTo>
                  <a:lnTo>
                    <a:pt x="2450928" y="869685"/>
                  </a:lnTo>
                  <a:lnTo>
                    <a:pt x="2442785" y="869685"/>
                  </a:lnTo>
                  <a:lnTo>
                    <a:pt x="2434643" y="869685"/>
                  </a:lnTo>
                  <a:lnTo>
                    <a:pt x="2426500" y="869685"/>
                  </a:lnTo>
                  <a:lnTo>
                    <a:pt x="2418358" y="869685"/>
                  </a:lnTo>
                  <a:lnTo>
                    <a:pt x="2410215" y="869685"/>
                  </a:lnTo>
                  <a:lnTo>
                    <a:pt x="2402072" y="869685"/>
                  </a:lnTo>
                  <a:lnTo>
                    <a:pt x="2393930" y="869685"/>
                  </a:lnTo>
                  <a:lnTo>
                    <a:pt x="2385787" y="869685"/>
                  </a:lnTo>
                  <a:lnTo>
                    <a:pt x="2377644" y="869685"/>
                  </a:lnTo>
                  <a:lnTo>
                    <a:pt x="2369502" y="869685"/>
                  </a:lnTo>
                  <a:lnTo>
                    <a:pt x="2361359" y="869685"/>
                  </a:lnTo>
                  <a:lnTo>
                    <a:pt x="2353217" y="869685"/>
                  </a:lnTo>
                  <a:lnTo>
                    <a:pt x="2345074" y="869685"/>
                  </a:lnTo>
                  <a:lnTo>
                    <a:pt x="2336931" y="869685"/>
                  </a:lnTo>
                  <a:lnTo>
                    <a:pt x="2328789" y="869685"/>
                  </a:lnTo>
                  <a:lnTo>
                    <a:pt x="2320646" y="869685"/>
                  </a:lnTo>
                  <a:lnTo>
                    <a:pt x="2312503" y="869685"/>
                  </a:lnTo>
                  <a:lnTo>
                    <a:pt x="2304361" y="869685"/>
                  </a:lnTo>
                  <a:lnTo>
                    <a:pt x="2296218" y="869685"/>
                  </a:lnTo>
                  <a:lnTo>
                    <a:pt x="2288076" y="869685"/>
                  </a:lnTo>
                  <a:lnTo>
                    <a:pt x="2279933" y="869685"/>
                  </a:lnTo>
                  <a:lnTo>
                    <a:pt x="2271790" y="869685"/>
                  </a:lnTo>
                  <a:lnTo>
                    <a:pt x="2263648" y="869685"/>
                  </a:lnTo>
                  <a:lnTo>
                    <a:pt x="2255505" y="869685"/>
                  </a:lnTo>
                  <a:lnTo>
                    <a:pt x="2247363" y="869685"/>
                  </a:lnTo>
                  <a:lnTo>
                    <a:pt x="2239220" y="869685"/>
                  </a:lnTo>
                  <a:lnTo>
                    <a:pt x="2231077" y="869685"/>
                  </a:lnTo>
                  <a:lnTo>
                    <a:pt x="2222935" y="869685"/>
                  </a:lnTo>
                  <a:lnTo>
                    <a:pt x="2214792" y="869685"/>
                  </a:lnTo>
                  <a:lnTo>
                    <a:pt x="2206649" y="869685"/>
                  </a:lnTo>
                  <a:lnTo>
                    <a:pt x="2198507" y="869685"/>
                  </a:lnTo>
                  <a:lnTo>
                    <a:pt x="2190364" y="869685"/>
                  </a:lnTo>
                  <a:lnTo>
                    <a:pt x="2182222" y="869685"/>
                  </a:lnTo>
                  <a:lnTo>
                    <a:pt x="2174079" y="869685"/>
                  </a:lnTo>
                  <a:lnTo>
                    <a:pt x="2165936" y="869685"/>
                  </a:lnTo>
                  <a:lnTo>
                    <a:pt x="2157794" y="869685"/>
                  </a:lnTo>
                  <a:lnTo>
                    <a:pt x="2149651" y="869685"/>
                  </a:lnTo>
                  <a:lnTo>
                    <a:pt x="2141508" y="869685"/>
                  </a:lnTo>
                  <a:lnTo>
                    <a:pt x="2133366" y="869685"/>
                  </a:lnTo>
                  <a:lnTo>
                    <a:pt x="2125223" y="869685"/>
                  </a:lnTo>
                  <a:lnTo>
                    <a:pt x="2117081" y="869685"/>
                  </a:lnTo>
                  <a:lnTo>
                    <a:pt x="2108938" y="869685"/>
                  </a:lnTo>
                  <a:lnTo>
                    <a:pt x="2100795" y="869685"/>
                  </a:lnTo>
                  <a:lnTo>
                    <a:pt x="2092653" y="869685"/>
                  </a:lnTo>
                  <a:lnTo>
                    <a:pt x="2084510" y="869685"/>
                  </a:lnTo>
                  <a:lnTo>
                    <a:pt x="2076367" y="869685"/>
                  </a:lnTo>
                  <a:lnTo>
                    <a:pt x="2068225" y="869685"/>
                  </a:lnTo>
                  <a:lnTo>
                    <a:pt x="2060082" y="869685"/>
                  </a:lnTo>
                  <a:lnTo>
                    <a:pt x="2051940" y="869685"/>
                  </a:lnTo>
                  <a:lnTo>
                    <a:pt x="2043797" y="869685"/>
                  </a:lnTo>
                  <a:lnTo>
                    <a:pt x="2035654" y="869685"/>
                  </a:lnTo>
                  <a:lnTo>
                    <a:pt x="2027512" y="869685"/>
                  </a:lnTo>
                  <a:lnTo>
                    <a:pt x="2019369" y="869685"/>
                  </a:lnTo>
                  <a:lnTo>
                    <a:pt x="2011227" y="869685"/>
                  </a:lnTo>
                  <a:lnTo>
                    <a:pt x="2003084" y="869685"/>
                  </a:lnTo>
                  <a:lnTo>
                    <a:pt x="1994941" y="869685"/>
                  </a:lnTo>
                  <a:lnTo>
                    <a:pt x="1986799" y="869685"/>
                  </a:lnTo>
                  <a:lnTo>
                    <a:pt x="1978656" y="869685"/>
                  </a:lnTo>
                  <a:lnTo>
                    <a:pt x="1970513" y="869685"/>
                  </a:lnTo>
                  <a:lnTo>
                    <a:pt x="1962371" y="869685"/>
                  </a:lnTo>
                  <a:lnTo>
                    <a:pt x="1954228" y="869685"/>
                  </a:lnTo>
                  <a:lnTo>
                    <a:pt x="1946086" y="869685"/>
                  </a:lnTo>
                  <a:lnTo>
                    <a:pt x="1937943" y="869685"/>
                  </a:lnTo>
                  <a:lnTo>
                    <a:pt x="1929800" y="869685"/>
                  </a:lnTo>
                  <a:lnTo>
                    <a:pt x="1921658" y="869685"/>
                  </a:lnTo>
                  <a:lnTo>
                    <a:pt x="1913515" y="869685"/>
                  </a:lnTo>
                  <a:lnTo>
                    <a:pt x="1905372" y="869685"/>
                  </a:lnTo>
                  <a:lnTo>
                    <a:pt x="1897230" y="869685"/>
                  </a:lnTo>
                  <a:lnTo>
                    <a:pt x="1889087" y="869685"/>
                  </a:lnTo>
                  <a:lnTo>
                    <a:pt x="1880945" y="869685"/>
                  </a:lnTo>
                  <a:lnTo>
                    <a:pt x="1872802" y="869685"/>
                  </a:lnTo>
                  <a:lnTo>
                    <a:pt x="1864659" y="869685"/>
                  </a:lnTo>
                  <a:lnTo>
                    <a:pt x="1856517" y="869685"/>
                  </a:lnTo>
                  <a:lnTo>
                    <a:pt x="1848374" y="869685"/>
                  </a:lnTo>
                  <a:lnTo>
                    <a:pt x="1840232" y="869685"/>
                  </a:lnTo>
                  <a:lnTo>
                    <a:pt x="1832089" y="869685"/>
                  </a:lnTo>
                  <a:lnTo>
                    <a:pt x="1823946" y="869685"/>
                  </a:lnTo>
                  <a:lnTo>
                    <a:pt x="1815804" y="869685"/>
                  </a:lnTo>
                  <a:lnTo>
                    <a:pt x="1807661" y="869685"/>
                  </a:lnTo>
                  <a:lnTo>
                    <a:pt x="1799518" y="869685"/>
                  </a:lnTo>
                  <a:lnTo>
                    <a:pt x="1791376" y="869685"/>
                  </a:lnTo>
                  <a:lnTo>
                    <a:pt x="1783233" y="869685"/>
                  </a:lnTo>
                  <a:lnTo>
                    <a:pt x="1775091" y="869685"/>
                  </a:lnTo>
                  <a:lnTo>
                    <a:pt x="1766948" y="869685"/>
                  </a:lnTo>
                  <a:lnTo>
                    <a:pt x="1758805" y="869685"/>
                  </a:lnTo>
                  <a:lnTo>
                    <a:pt x="1750663" y="869685"/>
                  </a:lnTo>
                  <a:lnTo>
                    <a:pt x="1742520" y="869685"/>
                  </a:lnTo>
                  <a:lnTo>
                    <a:pt x="1734377" y="869685"/>
                  </a:lnTo>
                  <a:lnTo>
                    <a:pt x="1726235" y="869685"/>
                  </a:lnTo>
                  <a:lnTo>
                    <a:pt x="1718092" y="869685"/>
                  </a:lnTo>
                  <a:lnTo>
                    <a:pt x="1709950" y="869685"/>
                  </a:lnTo>
                  <a:lnTo>
                    <a:pt x="1701807" y="869685"/>
                  </a:lnTo>
                  <a:lnTo>
                    <a:pt x="1693664" y="869685"/>
                  </a:lnTo>
                  <a:lnTo>
                    <a:pt x="1685522" y="869685"/>
                  </a:lnTo>
                  <a:lnTo>
                    <a:pt x="1677379" y="869685"/>
                  </a:lnTo>
                  <a:lnTo>
                    <a:pt x="1669237" y="869685"/>
                  </a:lnTo>
                  <a:lnTo>
                    <a:pt x="1661094" y="869685"/>
                  </a:lnTo>
                  <a:lnTo>
                    <a:pt x="1652951" y="869685"/>
                  </a:lnTo>
                  <a:lnTo>
                    <a:pt x="1644809" y="869685"/>
                  </a:lnTo>
                  <a:lnTo>
                    <a:pt x="1636666" y="869685"/>
                  </a:lnTo>
                  <a:lnTo>
                    <a:pt x="1628523" y="869685"/>
                  </a:lnTo>
                  <a:lnTo>
                    <a:pt x="1620381" y="869685"/>
                  </a:lnTo>
                  <a:lnTo>
                    <a:pt x="1612238" y="869685"/>
                  </a:lnTo>
                  <a:lnTo>
                    <a:pt x="1604096" y="869685"/>
                  </a:lnTo>
                  <a:lnTo>
                    <a:pt x="1595953" y="869685"/>
                  </a:lnTo>
                  <a:lnTo>
                    <a:pt x="1587810" y="869685"/>
                  </a:lnTo>
                  <a:lnTo>
                    <a:pt x="1579668" y="869685"/>
                  </a:lnTo>
                  <a:lnTo>
                    <a:pt x="1571525" y="869685"/>
                  </a:lnTo>
                  <a:lnTo>
                    <a:pt x="1563382" y="869685"/>
                  </a:lnTo>
                  <a:lnTo>
                    <a:pt x="1555240" y="869685"/>
                  </a:lnTo>
                  <a:lnTo>
                    <a:pt x="1547097" y="869685"/>
                  </a:lnTo>
                  <a:lnTo>
                    <a:pt x="1538955" y="869685"/>
                  </a:lnTo>
                  <a:lnTo>
                    <a:pt x="1530812" y="869685"/>
                  </a:lnTo>
                  <a:lnTo>
                    <a:pt x="1522669" y="869685"/>
                  </a:lnTo>
                  <a:lnTo>
                    <a:pt x="1514527" y="869685"/>
                  </a:lnTo>
                  <a:lnTo>
                    <a:pt x="1506384" y="869685"/>
                  </a:lnTo>
                  <a:lnTo>
                    <a:pt x="1498242" y="869685"/>
                  </a:lnTo>
                  <a:lnTo>
                    <a:pt x="1490099" y="869685"/>
                  </a:lnTo>
                  <a:lnTo>
                    <a:pt x="1481956" y="869685"/>
                  </a:lnTo>
                  <a:lnTo>
                    <a:pt x="1473814" y="869685"/>
                  </a:lnTo>
                  <a:lnTo>
                    <a:pt x="1465671" y="869685"/>
                  </a:lnTo>
                  <a:lnTo>
                    <a:pt x="1457528" y="869685"/>
                  </a:lnTo>
                  <a:lnTo>
                    <a:pt x="1449386" y="869685"/>
                  </a:lnTo>
                  <a:lnTo>
                    <a:pt x="1441243" y="869685"/>
                  </a:lnTo>
                  <a:lnTo>
                    <a:pt x="1433101" y="869685"/>
                  </a:lnTo>
                  <a:lnTo>
                    <a:pt x="1424958" y="869685"/>
                  </a:lnTo>
                  <a:lnTo>
                    <a:pt x="1416815" y="869685"/>
                  </a:lnTo>
                  <a:lnTo>
                    <a:pt x="1408673" y="869685"/>
                  </a:lnTo>
                  <a:lnTo>
                    <a:pt x="1400530" y="869685"/>
                  </a:lnTo>
                  <a:lnTo>
                    <a:pt x="1392387" y="869685"/>
                  </a:lnTo>
                  <a:lnTo>
                    <a:pt x="1384245" y="869685"/>
                  </a:lnTo>
                  <a:lnTo>
                    <a:pt x="1376102" y="869685"/>
                  </a:lnTo>
                  <a:lnTo>
                    <a:pt x="1367960" y="869685"/>
                  </a:lnTo>
                  <a:lnTo>
                    <a:pt x="1359817" y="869685"/>
                  </a:lnTo>
                  <a:lnTo>
                    <a:pt x="1351674" y="869685"/>
                  </a:lnTo>
                  <a:lnTo>
                    <a:pt x="1343532" y="869685"/>
                  </a:lnTo>
                  <a:lnTo>
                    <a:pt x="1335389" y="869685"/>
                  </a:lnTo>
                  <a:lnTo>
                    <a:pt x="1327246" y="869685"/>
                  </a:lnTo>
                  <a:lnTo>
                    <a:pt x="1319104" y="869685"/>
                  </a:lnTo>
                  <a:lnTo>
                    <a:pt x="1310961" y="869685"/>
                  </a:lnTo>
                  <a:lnTo>
                    <a:pt x="1302819" y="869685"/>
                  </a:lnTo>
                  <a:lnTo>
                    <a:pt x="1294676" y="869685"/>
                  </a:lnTo>
                  <a:lnTo>
                    <a:pt x="1286533" y="869685"/>
                  </a:lnTo>
                  <a:lnTo>
                    <a:pt x="1278391" y="869685"/>
                  </a:lnTo>
                  <a:lnTo>
                    <a:pt x="1270248" y="869685"/>
                  </a:lnTo>
                  <a:lnTo>
                    <a:pt x="1262106" y="869685"/>
                  </a:lnTo>
                  <a:lnTo>
                    <a:pt x="1253963" y="869685"/>
                  </a:lnTo>
                  <a:lnTo>
                    <a:pt x="1245820" y="869685"/>
                  </a:lnTo>
                  <a:lnTo>
                    <a:pt x="1237678" y="869685"/>
                  </a:lnTo>
                  <a:lnTo>
                    <a:pt x="1229535" y="869685"/>
                  </a:lnTo>
                  <a:lnTo>
                    <a:pt x="1221392" y="869685"/>
                  </a:lnTo>
                  <a:lnTo>
                    <a:pt x="1213250" y="869685"/>
                  </a:lnTo>
                  <a:lnTo>
                    <a:pt x="1205107" y="869685"/>
                  </a:lnTo>
                  <a:lnTo>
                    <a:pt x="1196965" y="869685"/>
                  </a:lnTo>
                  <a:lnTo>
                    <a:pt x="1188822" y="869685"/>
                  </a:lnTo>
                  <a:lnTo>
                    <a:pt x="1180679" y="869685"/>
                  </a:lnTo>
                  <a:lnTo>
                    <a:pt x="1172537" y="869685"/>
                  </a:lnTo>
                  <a:lnTo>
                    <a:pt x="1164394" y="869685"/>
                  </a:lnTo>
                  <a:lnTo>
                    <a:pt x="1156251" y="869685"/>
                  </a:lnTo>
                  <a:lnTo>
                    <a:pt x="1148109" y="869685"/>
                  </a:lnTo>
                  <a:lnTo>
                    <a:pt x="1139966" y="869685"/>
                  </a:lnTo>
                  <a:lnTo>
                    <a:pt x="1131824" y="869685"/>
                  </a:lnTo>
                  <a:lnTo>
                    <a:pt x="1123681" y="869685"/>
                  </a:lnTo>
                  <a:lnTo>
                    <a:pt x="1115538" y="869685"/>
                  </a:lnTo>
                  <a:lnTo>
                    <a:pt x="1107396" y="869685"/>
                  </a:lnTo>
                  <a:lnTo>
                    <a:pt x="1099253" y="869685"/>
                  </a:lnTo>
                  <a:lnTo>
                    <a:pt x="1091111" y="869685"/>
                  </a:lnTo>
                  <a:lnTo>
                    <a:pt x="1082968" y="869685"/>
                  </a:lnTo>
                  <a:lnTo>
                    <a:pt x="1074825" y="869685"/>
                  </a:lnTo>
                  <a:lnTo>
                    <a:pt x="1066683" y="869685"/>
                  </a:lnTo>
                  <a:lnTo>
                    <a:pt x="1058540" y="869685"/>
                  </a:lnTo>
                  <a:lnTo>
                    <a:pt x="1050397" y="869685"/>
                  </a:lnTo>
                  <a:lnTo>
                    <a:pt x="1042255" y="869685"/>
                  </a:lnTo>
                  <a:lnTo>
                    <a:pt x="1034112" y="869685"/>
                  </a:lnTo>
                  <a:lnTo>
                    <a:pt x="1025970" y="869685"/>
                  </a:lnTo>
                  <a:lnTo>
                    <a:pt x="1017827" y="869685"/>
                  </a:lnTo>
                  <a:lnTo>
                    <a:pt x="1009684" y="869685"/>
                  </a:lnTo>
                  <a:lnTo>
                    <a:pt x="1001542" y="869685"/>
                  </a:lnTo>
                  <a:lnTo>
                    <a:pt x="993399" y="869685"/>
                  </a:lnTo>
                  <a:lnTo>
                    <a:pt x="985256" y="869685"/>
                  </a:lnTo>
                  <a:lnTo>
                    <a:pt x="977114" y="869685"/>
                  </a:lnTo>
                  <a:lnTo>
                    <a:pt x="968971" y="869685"/>
                  </a:lnTo>
                  <a:lnTo>
                    <a:pt x="960829" y="869685"/>
                  </a:lnTo>
                  <a:lnTo>
                    <a:pt x="952686" y="869685"/>
                  </a:lnTo>
                  <a:lnTo>
                    <a:pt x="944543" y="869685"/>
                  </a:lnTo>
                  <a:lnTo>
                    <a:pt x="936401" y="869685"/>
                  </a:lnTo>
                  <a:lnTo>
                    <a:pt x="928258" y="869685"/>
                  </a:lnTo>
                  <a:lnTo>
                    <a:pt x="920116" y="869685"/>
                  </a:lnTo>
                  <a:lnTo>
                    <a:pt x="911973" y="869685"/>
                  </a:lnTo>
                  <a:lnTo>
                    <a:pt x="903830" y="869685"/>
                  </a:lnTo>
                  <a:lnTo>
                    <a:pt x="895688" y="869685"/>
                  </a:lnTo>
                  <a:lnTo>
                    <a:pt x="887545" y="869685"/>
                  </a:lnTo>
                  <a:lnTo>
                    <a:pt x="879402" y="869685"/>
                  </a:lnTo>
                  <a:lnTo>
                    <a:pt x="871260" y="869685"/>
                  </a:lnTo>
                  <a:lnTo>
                    <a:pt x="863117" y="869685"/>
                  </a:lnTo>
                  <a:lnTo>
                    <a:pt x="854975" y="869685"/>
                  </a:lnTo>
                  <a:lnTo>
                    <a:pt x="846832" y="869685"/>
                  </a:lnTo>
                  <a:lnTo>
                    <a:pt x="838689" y="869685"/>
                  </a:lnTo>
                  <a:lnTo>
                    <a:pt x="830547" y="869685"/>
                  </a:lnTo>
                  <a:lnTo>
                    <a:pt x="822404" y="869685"/>
                  </a:lnTo>
                  <a:lnTo>
                    <a:pt x="814261" y="869685"/>
                  </a:lnTo>
                  <a:lnTo>
                    <a:pt x="806119" y="869685"/>
                  </a:lnTo>
                  <a:lnTo>
                    <a:pt x="797976" y="869685"/>
                  </a:lnTo>
                  <a:lnTo>
                    <a:pt x="789834" y="869685"/>
                  </a:lnTo>
                  <a:lnTo>
                    <a:pt x="781691" y="869685"/>
                  </a:lnTo>
                  <a:lnTo>
                    <a:pt x="773548" y="869685"/>
                  </a:lnTo>
                  <a:lnTo>
                    <a:pt x="765406" y="869685"/>
                  </a:lnTo>
                  <a:lnTo>
                    <a:pt x="757263" y="869685"/>
                  </a:lnTo>
                  <a:lnTo>
                    <a:pt x="749121" y="869685"/>
                  </a:lnTo>
                  <a:lnTo>
                    <a:pt x="740978" y="869685"/>
                  </a:lnTo>
                  <a:lnTo>
                    <a:pt x="732835" y="869685"/>
                  </a:lnTo>
                  <a:lnTo>
                    <a:pt x="724693" y="869685"/>
                  </a:lnTo>
                  <a:lnTo>
                    <a:pt x="716550" y="869685"/>
                  </a:lnTo>
                  <a:lnTo>
                    <a:pt x="708407" y="869685"/>
                  </a:lnTo>
                  <a:lnTo>
                    <a:pt x="700265" y="869685"/>
                  </a:lnTo>
                  <a:lnTo>
                    <a:pt x="692122" y="869685"/>
                  </a:lnTo>
                  <a:lnTo>
                    <a:pt x="683980" y="869685"/>
                  </a:lnTo>
                  <a:lnTo>
                    <a:pt x="675837" y="869685"/>
                  </a:lnTo>
                  <a:lnTo>
                    <a:pt x="667694" y="869685"/>
                  </a:lnTo>
                  <a:lnTo>
                    <a:pt x="659552" y="869685"/>
                  </a:lnTo>
                  <a:lnTo>
                    <a:pt x="651409" y="869685"/>
                  </a:lnTo>
                  <a:lnTo>
                    <a:pt x="643266" y="869685"/>
                  </a:lnTo>
                  <a:lnTo>
                    <a:pt x="635124" y="869685"/>
                  </a:lnTo>
                  <a:lnTo>
                    <a:pt x="626981" y="869685"/>
                  </a:lnTo>
                  <a:lnTo>
                    <a:pt x="618839" y="869685"/>
                  </a:lnTo>
                  <a:lnTo>
                    <a:pt x="610696" y="869685"/>
                  </a:lnTo>
                  <a:lnTo>
                    <a:pt x="602553" y="869685"/>
                  </a:lnTo>
                  <a:lnTo>
                    <a:pt x="594411" y="869685"/>
                  </a:lnTo>
                  <a:lnTo>
                    <a:pt x="586268" y="869685"/>
                  </a:lnTo>
                  <a:lnTo>
                    <a:pt x="578125" y="869685"/>
                  </a:lnTo>
                  <a:lnTo>
                    <a:pt x="569983" y="869685"/>
                  </a:lnTo>
                  <a:lnTo>
                    <a:pt x="561840" y="869685"/>
                  </a:lnTo>
                  <a:lnTo>
                    <a:pt x="553698" y="869685"/>
                  </a:lnTo>
                  <a:lnTo>
                    <a:pt x="545555" y="869685"/>
                  </a:lnTo>
                  <a:lnTo>
                    <a:pt x="537412" y="869685"/>
                  </a:lnTo>
                  <a:lnTo>
                    <a:pt x="529270" y="869685"/>
                  </a:lnTo>
                  <a:lnTo>
                    <a:pt x="521127" y="869685"/>
                  </a:lnTo>
                  <a:lnTo>
                    <a:pt x="512985" y="869685"/>
                  </a:lnTo>
                  <a:lnTo>
                    <a:pt x="504842" y="869685"/>
                  </a:lnTo>
                  <a:lnTo>
                    <a:pt x="496699" y="869685"/>
                  </a:lnTo>
                  <a:lnTo>
                    <a:pt x="488557" y="869685"/>
                  </a:lnTo>
                  <a:lnTo>
                    <a:pt x="480414" y="869685"/>
                  </a:lnTo>
                  <a:lnTo>
                    <a:pt x="472271" y="869685"/>
                  </a:lnTo>
                  <a:lnTo>
                    <a:pt x="464129" y="869685"/>
                  </a:lnTo>
                  <a:lnTo>
                    <a:pt x="455986" y="869685"/>
                  </a:lnTo>
                  <a:lnTo>
                    <a:pt x="447844" y="869685"/>
                  </a:lnTo>
                  <a:lnTo>
                    <a:pt x="439701" y="869685"/>
                  </a:lnTo>
                  <a:lnTo>
                    <a:pt x="431558" y="869685"/>
                  </a:lnTo>
                  <a:lnTo>
                    <a:pt x="423416" y="869685"/>
                  </a:lnTo>
                  <a:lnTo>
                    <a:pt x="415273" y="869685"/>
                  </a:lnTo>
                  <a:lnTo>
                    <a:pt x="407130" y="869685"/>
                  </a:lnTo>
                  <a:lnTo>
                    <a:pt x="398988" y="869685"/>
                  </a:lnTo>
                  <a:lnTo>
                    <a:pt x="390845" y="869685"/>
                  </a:lnTo>
                  <a:lnTo>
                    <a:pt x="382703" y="869685"/>
                  </a:lnTo>
                  <a:lnTo>
                    <a:pt x="374560" y="869685"/>
                  </a:lnTo>
                  <a:lnTo>
                    <a:pt x="366417" y="869685"/>
                  </a:lnTo>
                  <a:lnTo>
                    <a:pt x="358275" y="869685"/>
                  </a:lnTo>
                  <a:lnTo>
                    <a:pt x="350132" y="869685"/>
                  </a:lnTo>
                  <a:lnTo>
                    <a:pt x="341990" y="869685"/>
                  </a:lnTo>
                  <a:lnTo>
                    <a:pt x="333847" y="869685"/>
                  </a:lnTo>
                  <a:lnTo>
                    <a:pt x="325704" y="869685"/>
                  </a:lnTo>
                  <a:lnTo>
                    <a:pt x="317562" y="869685"/>
                  </a:lnTo>
                  <a:lnTo>
                    <a:pt x="309419" y="869685"/>
                  </a:lnTo>
                  <a:lnTo>
                    <a:pt x="301276" y="869685"/>
                  </a:lnTo>
                  <a:lnTo>
                    <a:pt x="293134" y="869685"/>
                  </a:lnTo>
                  <a:lnTo>
                    <a:pt x="284991" y="869685"/>
                  </a:lnTo>
                  <a:lnTo>
                    <a:pt x="276849" y="869685"/>
                  </a:lnTo>
                  <a:lnTo>
                    <a:pt x="268706" y="869685"/>
                  </a:lnTo>
                  <a:lnTo>
                    <a:pt x="260563" y="869685"/>
                  </a:lnTo>
                  <a:lnTo>
                    <a:pt x="252421" y="869685"/>
                  </a:lnTo>
                  <a:lnTo>
                    <a:pt x="244278" y="869685"/>
                  </a:lnTo>
                  <a:lnTo>
                    <a:pt x="236135" y="869685"/>
                  </a:lnTo>
                  <a:lnTo>
                    <a:pt x="227993" y="869685"/>
                  </a:lnTo>
                  <a:lnTo>
                    <a:pt x="219850" y="869685"/>
                  </a:lnTo>
                  <a:lnTo>
                    <a:pt x="211708" y="869685"/>
                  </a:lnTo>
                  <a:lnTo>
                    <a:pt x="203565" y="869685"/>
                  </a:lnTo>
                  <a:lnTo>
                    <a:pt x="195422" y="869685"/>
                  </a:lnTo>
                  <a:lnTo>
                    <a:pt x="187280" y="869685"/>
                  </a:lnTo>
                  <a:lnTo>
                    <a:pt x="179137" y="869685"/>
                  </a:lnTo>
                  <a:lnTo>
                    <a:pt x="170995" y="869685"/>
                  </a:lnTo>
                  <a:lnTo>
                    <a:pt x="162852" y="869685"/>
                  </a:lnTo>
                  <a:lnTo>
                    <a:pt x="154709" y="869685"/>
                  </a:lnTo>
                  <a:lnTo>
                    <a:pt x="146567" y="869685"/>
                  </a:lnTo>
                  <a:lnTo>
                    <a:pt x="138424" y="869685"/>
                  </a:lnTo>
                  <a:lnTo>
                    <a:pt x="130281" y="869685"/>
                  </a:lnTo>
                  <a:lnTo>
                    <a:pt x="122139" y="869685"/>
                  </a:lnTo>
                  <a:lnTo>
                    <a:pt x="113996" y="869685"/>
                  </a:lnTo>
                  <a:lnTo>
                    <a:pt x="105854" y="869685"/>
                  </a:lnTo>
                  <a:lnTo>
                    <a:pt x="97711" y="869685"/>
                  </a:lnTo>
                  <a:lnTo>
                    <a:pt x="89568" y="869685"/>
                  </a:lnTo>
                  <a:lnTo>
                    <a:pt x="81426" y="869685"/>
                  </a:lnTo>
                  <a:lnTo>
                    <a:pt x="73283" y="869685"/>
                  </a:lnTo>
                  <a:lnTo>
                    <a:pt x="65140" y="869685"/>
                  </a:lnTo>
                  <a:lnTo>
                    <a:pt x="56998" y="869685"/>
                  </a:lnTo>
                  <a:lnTo>
                    <a:pt x="48855" y="869685"/>
                  </a:lnTo>
                  <a:lnTo>
                    <a:pt x="40713" y="869685"/>
                  </a:lnTo>
                  <a:lnTo>
                    <a:pt x="32570" y="869685"/>
                  </a:lnTo>
                  <a:lnTo>
                    <a:pt x="24427" y="869685"/>
                  </a:lnTo>
                  <a:lnTo>
                    <a:pt x="16285" y="869685"/>
                  </a:lnTo>
                  <a:lnTo>
                    <a:pt x="8142" y="869685"/>
                  </a:lnTo>
                  <a:close/>
                </a:path>
              </a:pathLst>
            </a:custGeom>
            <a:solidFill>
              <a:srgbClr val="E69F00">
                <a:alpha val="25098"/>
              </a:srgbClr>
            </a:solidFill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6067307" y="2354161"/>
              <a:ext cx="4160878" cy="869685"/>
            </a:xfrm>
            <a:custGeom>
              <a:avLst/>
              <a:pathLst>
                <a:path w="4160878" h="869685">
                  <a:moveTo>
                    <a:pt x="0" y="869685"/>
                  </a:moveTo>
                  <a:lnTo>
                    <a:pt x="8142" y="869685"/>
                  </a:lnTo>
                  <a:lnTo>
                    <a:pt x="16285" y="869685"/>
                  </a:lnTo>
                  <a:lnTo>
                    <a:pt x="24427" y="869685"/>
                  </a:lnTo>
                  <a:lnTo>
                    <a:pt x="32570" y="869685"/>
                  </a:lnTo>
                  <a:lnTo>
                    <a:pt x="40713" y="869685"/>
                  </a:lnTo>
                  <a:lnTo>
                    <a:pt x="48855" y="869685"/>
                  </a:lnTo>
                  <a:lnTo>
                    <a:pt x="56998" y="869685"/>
                  </a:lnTo>
                  <a:lnTo>
                    <a:pt x="65140" y="869685"/>
                  </a:lnTo>
                  <a:lnTo>
                    <a:pt x="73283" y="869685"/>
                  </a:lnTo>
                  <a:lnTo>
                    <a:pt x="81426" y="869685"/>
                  </a:lnTo>
                  <a:lnTo>
                    <a:pt x="89568" y="869685"/>
                  </a:lnTo>
                  <a:lnTo>
                    <a:pt x="97711" y="869685"/>
                  </a:lnTo>
                  <a:lnTo>
                    <a:pt x="105854" y="869685"/>
                  </a:lnTo>
                  <a:lnTo>
                    <a:pt x="113996" y="869685"/>
                  </a:lnTo>
                  <a:lnTo>
                    <a:pt x="122139" y="869685"/>
                  </a:lnTo>
                  <a:lnTo>
                    <a:pt x="130281" y="869685"/>
                  </a:lnTo>
                  <a:lnTo>
                    <a:pt x="138424" y="869685"/>
                  </a:lnTo>
                  <a:lnTo>
                    <a:pt x="146567" y="869685"/>
                  </a:lnTo>
                  <a:lnTo>
                    <a:pt x="154709" y="869685"/>
                  </a:lnTo>
                  <a:lnTo>
                    <a:pt x="162852" y="869685"/>
                  </a:lnTo>
                  <a:lnTo>
                    <a:pt x="170995" y="869685"/>
                  </a:lnTo>
                  <a:lnTo>
                    <a:pt x="179137" y="869685"/>
                  </a:lnTo>
                  <a:lnTo>
                    <a:pt x="187280" y="869685"/>
                  </a:lnTo>
                  <a:lnTo>
                    <a:pt x="195422" y="869685"/>
                  </a:lnTo>
                  <a:lnTo>
                    <a:pt x="203565" y="869685"/>
                  </a:lnTo>
                  <a:lnTo>
                    <a:pt x="211708" y="869685"/>
                  </a:lnTo>
                  <a:lnTo>
                    <a:pt x="219850" y="869685"/>
                  </a:lnTo>
                  <a:lnTo>
                    <a:pt x="227993" y="869685"/>
                  </a:lnTo>
                  <a:lnTo>
                    <a:pt x="236135" y="869685"/>
                  </a:lnTo>
                  <a:lnTo>
                    <a:pt x="244278" y="869685"/>
                  </a:lnTo>
                  <a:lnTo>
                    <a:pt x="252421" y="869685"/>
                  </a:lnTo>
                  <a:lnTo>
                    <a:pt x="260563" y="869685"/>
                  </a:lnTo>
                  <a:lnTo>
                    <a:pt x="268706" y="869685"/>
                  </a:lnTo>
                  <a:lnTo>
                    <a:pt x="276849" y="869685"/>
                  </a:lnTo>
                  <a:lnTo>
                    <a:pt x="284991" y="869685"/>
                  </a:lnTo>
                  <a:lnTo>
                    <a:pt x="293134" y="869685"/>
                  </a:lnTo>
                  <a:lnTo>
                    <a:pt x="301276" y="869685"/>
                  </a:lnTo>
                  <a:lnTo>
                    <a:pt x="309419" y="869685"/>
                  </a:lnTo>
                  <a:lnTo>
                    <a:pt x="317562" y="869685"/>
                  </a:lnTo>
                  <a:lnTo>
                    <a:pt x="325704" y="869684"/>
                  </a:lnTo>
                  <a:lnTo>
                    <a:pt x="333847" y="869683"/>
                  </a:lnTo>
                  <a:lnTo>
                    <a:pt x="341990" y="869681"/>
                  </a:lnTo>
                  <a:lnTo>
                    <a:pt x="350132" y="869676"/>
                  </a:lnTo>
                  <a:lnTo>
                    <a:pt x="358275" y="869667"/>
                  </a:lnTo>
                  <a:lnTo>
                    <a:pt x="366417" y="869649"/>
                  </a:lnTo>
                  <a:lnTo>
                    <a:pt x="374560" y="869621"/>
                  </a:lnTo>
                  <a:lnTo>
                    <a:pt x="382703" y="869581"/>
                  </a:lnTo>
                  <a:lnTo>
                    <a:pt x="390845" y="869529"/>
                  </a:lnTo>
                  <a:lnTo>
                    <a:pt x="398988" y="869467"/>
                  </a:lnTo>
                  <a:lnTo>
                    <a:pt x="407130" y="869397"/>
                  </a:lnTo>
                  <a:lnTo>
                    <a:pt x="415273" y="869319"/>
                  </a:lnTo>
                  <a:lnTo>
                    <a:pt x="423416" y="869229"/>
                  </a:lnTo>
                  <a:lnTo>
                    <a:pt x="431558" y="869122"/>
                  </a:lnTo>
                  <a:lnTo>
                    <a:pt x="439701" y="868995"/>
                  </a:lnTo>
                  <a:lnTo>
                    <a:pt x="447844" y="868852"/>
                  </a:lnTo>
                  <a:lnTo>
                    <a:pt x="455986" y="868703"/>
                  </a:lnTo>
                  <a:lnTo>
                    <a:pt x="464129" y="868559"/>
                  </a:lnTo>
                  <a:lnTo>
                    <a:pt x="472271" y="868425"/>
                  </a:lnTo>
                  <a:lnTo>
                    <a:pt x="480414" y="868296"/>
                  </a:lnTo>
                  <a:lnTo>
                    <a:pt x="488557" y="868170"/>
                  </a:lnTo>
                  <a:lnTo>
                    <a:pt x="496699" y="868046"/>
                  </a:lnTo>
                  <a:lnTo>
                    <a:pt x="504842" y="867933"/>
                  </a:lnTo>
                  <a:lnTo>
                    <a:pt x="512985" y="867843"/>
                  </a:lnTo>
                  <a:lnTo>
                    <a:pt x="521127" y="867786"/>
                  </a:lnTo>
                  <a:lnTo>
                    <a:pt x="529270" y="867765"/>
                  </a:lnTo>
                  <a:lnTo>
                    <a:pt x="537412" y="867775"/>
                  </a:lnTo>
                  <a:lnTo>
                    <a:pt x="545555" y="867808"/>
                  </a:lnTo>
                  <a:lnTo>
                    <a:pt x="553698" y="867857"/>
                  </a:lnTo>
                  <a:lnTo>
                    <a:pt x="561840" y="867914"/>
                  </a:lnTo>
                  <a:lnTo>
                    <a:pt x="569983" y="867968"/>
                  </a:lnTo>
                  <a:lnTo>
                    <a:pt x="578125" y="868007"/>
                  </a:lnTo>
                  <a:lnTo>
                    <a:pt x="586268" y="868016"/>
                  </a:lnTo>
                  <a:lnTo>
                    <a:pt x="594411" y="867985"/>
                  </a:lnTo>
                  <a:lnTo>
                    <a:pt x="602553" y="867912"/>
                  </a:lnTo>
                  <a:lnTo>
                    <a:pt x="610696" y="867798"/>
                  </a:lnTo>
                  <a:lnTo>
                    <a:pt x="618839" y="867642"/>
                  </a:lnTo>
                  <a:lnTo>
                    <a:pt x="626981" y="867431"/>
                  </a:lnTo>
                  <a:lnTo>
                    <a:pt x="635124" y="867144"/>
                  </a:lnTo>
                  <a:lnTo>
                    <a:pt x="643266" y="866768"/>
                  </a:lnTo>
                  <a:lnTo>
                    <a:pt x="651409" y="866303"/>
                  </a:lnTo>
                  <a:lnTo>
                    <a:pt x="659552" y="865764"/>
                  </a:lnTo>
                  <a:lnTo>
                    <a:pt x="667694" y="865173"/>
                  </a:lnTo>
                  <a:lnTo>
                    <a:pt x="675837" y="864538"/>
                  </a:lnTo>
                  <a:lnTo>
                    <a:pt x="683980" y="863852"/>
                  </a:lnTo>
                  <a:lnTo>
                    <a:pt x="692122" y="863096"/>
                  </a:lnTo>
                  <a:lnTo>
                    <a:pt x="700265" y="862259"/>
                  </a:lnTo>
                  <a:lnTo>
                    <a:pt x="708407" y="861347"/>
                  </a:lnTo>
                  <a:lnTo>
                    <a:pt x="716550" y="860386"/>
                  </a:lnTo>
                  <a:lnTo>
                    <a:pt x="724693" y="859404"/>
                  </a:lnTo>
                  <a:lnTo>
                    <a:pt x="732835" y="858413"/>
                  </a:lnTo>
                  <a:lnTo>
                    <a:pt x="740978" y="857399"/>
                  </a:lnTo>
                  <a:lnTo>
                    <a:pt x="749121" y="856332"/>
                  </a:lnTo>
                  <a:lnTo>
                    <a:pt x="757263" y="855192"/>
                  </a:lnTo>
                  <a:lnTo>
                    <a:pt x="765406" y="853978"/>
                  </a:lnTo>
                  <a:lnTo>
                    <a:pt x="773548" y="852722"/>
                  </a:lnTo>
                  <a:lnTo>
                    <a:pt x="781691" y="851464"/>
                  </a:lnTo>
                  <a:lnTo>
                    <a:pt x="789834" y="850229"/>
                  </a:lnTo>
                  <a:lnTo>
                    <a:pt x="797976" y="849013"/>
                  </a:lnTo>
                  <a:lnTo>
                    <a:pt x="806119" y="847782"/>
                  </a:lnTo>
                  <a:lnTo>
                    <a:pt x="814261" y="846489"/>
                  </a:lnTo>
                  <a:lnTo>
                    <a:pt x="822404" y="845106"/>
                  </a:lnTo>
                  <a:lnTo>
                    <a:pt x="830547" y="843621"/>
                  </a:lnTo>
                  <a:lnTo>
                    <a:pt x="838689" y="842038"/>
                  </a:lnTo>
                  <a:lnTo>
                    <a:pt x="846832" y="840368"/>
                  </a:lnTo>
                  <a:lnTo>
                    <a:pt x="854975" y="838630"/>
                  </a:lnTo>
                  <a:lnTo>
                    <a:pt x="863117" y="836854"/>
                  </a:lnTo>
                  <a:lnTo>
                    <a:pt x="871260" y="835074"/>
                  </a:lnTo>
                  <a:lnTo>
                    <a:pt x="879402" y="833324"/>
                  </a:lnTo>
                  <a:lnTo>
                    <a:pt x="887545" y="831638"/>
                  </a:lnTo>
                  <a:lnTo>
                    <a:pt x="895688" y="830056"/>
                  </a:lnTo>
                  <a:lnTo>
                    <a:pt x="903830" y="828627"/>
                  </a:lnTo>
                  <a:lnTo>
                    <a:pt x="911973" y="827398"/>
                  </a:lnTo>
                  <a:lnTo>
                    <a:pt x="920116" y="826388"/>
                  </a:lnTo>
                  <a:lnTo>
                    <a:pt x="928258" y="825550"/>
                  </a:lnTo>
                  <a:lnTo>
                    <a:pt x="936401" y="824761"/>
                  </a:lnTo>
                  <a:lnTo>
                    <a:pt x="944543" y="823848"/>
                  </a:lnTo>
                  <a:lnTo>
                    <a:pt x="952686" y="822652"/>
                  </a:lnTo>
                  <a:lnTo>
                    <a:pt x="960829" y="821087"/>
                  </a:lnTo>
                  <a:lnTo>
                    <a:pt x="968971" y="819170"/>
                  </a:lnTo>
                  <a:lnTo>
                    <a:pt x="977114" y="816981"/>
                  </a:lnTo>
                  <a:lnTo>
                    <a:pt x="985256" y="814597"/>
                  </a:lnTo>
                  <a:lnTo>
                    <a:pt x="993399" y="812033"/>
                  </a:lnTo>
                  <a:lnTo>
                    <a:pt x="1001542" y="809254"/>
                  </a:lnTo>
                  <a:lnTo>
                    <a:pt x="1009684" y="806243"/>
                  </a:lnTo>
                  <a:lnTo>
                    <a:pt x="1017827" y="803054"/>
                  </a:lnTo>
                  <a:lnTo>
                    <a:pt x="1025970" y="799824"/>
                  </a:lnTo>
                  <a:lnTo>
                    <a:pt x="1034112" y="796733"/>
                  </a:lnTo>
                  <a:lnTo>
                    <a:pt x="1042255" y="793938"/>
                  </a:lnTo>
                  <a:lnTo>
                    <a:pt x="1050397" y="791530"/>
                  </a:lnTo>
                  <a:lnTo>
                    <a:pt x="1058540" y="789537"/>
                  </a:lnTo>
                  <a:lnTo>
                    <a:pt x="1066683" y="787954"/>
                  </a:lnTo>
                  <a:lnTo>
                    <a:pt x="1074825" y="786786"/>
                  </a:lnTo>
                  <a:lnTo>
                    <a:pt x="1082968" y="786074"/>
                  </a:lnTo>
                  <a:lnTo>
                    <a:pt x="1091111" y="785877"/>
                  </a:lnTo>
                  <a:lnTo>
                    <a:pt x="1099253" y="786239"/>
                  </a:lnTo>
                  <a:lnTo>
                    <a:pt x="1107396" y="787147"/>
                  </a:lnTo>
                  <a:lnTo>
                    <a:pt x="1115538" y="788509"/>
                  </a:lnTo>
                  <a:lnTo>
                    <a:pt x="1123681" y="790171"/>
                  </a:lnTo>
                  <a:lnTo>
                    <a:pt x="1131824" y="791963"/>
                  </a:lnTo>
                  <a:lnTo>
                    <a:pt x="1139966" y="793740"/>
                  </a:lnTo>
                  <a:lnTo>
                    <a:pt x="1148109" y="795404"/>
                  </a:lnTo>
                  <a:lnTo>
                    <a:pt x="1156251" y="796906"/>
                  </a:lnTo>
                  <a:lnTo>
                    <a:pt x="1164394" y="798218"/>
                  </a:lnTo>
                  <a:lnTo>
                    <a:pt x="1172537" y="799312"/>
                  </a:lnTo>
                  <a:lnTo>
                    <a:pt x="1180679" y="800149"/>
                  </a:lnTo>
                  <a:lnTo>
                    <a:pt x="1188822" y="800707"/>
                  </a:lnTo>
                  <a:lnTo>
                    <a:pt x="1196965" y="800965"/>
                  </a:lnTo>
                  <a:lnTo>
                    <a:pt x="1205107" y="800919"/>
                  </a:lnTo>
                  <a:lnTo>
                    <a:pt x="1213250" y="800605"/>
                  </a:lnTo>
                  <a:lnTo>
                    <a:pt x="1221392" y="800113"/>
                  </a:lnTo>
                  <a:lnTo>
                    <a:pt x="1229535" y="799577"/>
                  </a:lnTo>
                  <a:lnTo>
                    <a:pt x="1237678" y="799143"/>
                  </a:lnTo>
                  <a:lnTo>
                    <a:pt x="1245820" y="798913"/>
                  </a:lnTo>
                  <a:lnTo>
                    <a:pt x="1253963" y="798902"/>
                  </a:lnTo>
                  <a:lnTo>
                    <a:pt x="1262106" y="799032"/>
                  </a:lnTo>
                  <a:lnTo>
                    <a:pt x="1270248" y="799172"/>
                  </a:lnTo>
                  <a:lnTo>
                    <a:pt x="1278391" y="799187"/>
                  </a:lnTo>
                  <a:lnTo>
                    <a:pt x="1286533" y="798986"/>
                  </a:lnTo>
                  <a:lnTo>
                    <a:pt x="1294676" y="798532"/>
                  </a:lnTo>
                  <a:lnTo>
                    <a:pt x="1302819" y="797837"/>
                  </a:lnTo>
                  <a:lnTo>
                    <a:pt x="1310961" y="796956"/>
                  </a:lnTo>
                  <a:lnTo>
                    <a:pt x="1319104" y="795977"/>
                  </a:lnTo>
                  <a:lnTo>
                    <a:pt x="1327246" y="795004"/>
                  </a:lnTo>
                  <a:lnTo>
                    <a:pt x="1335389" y="794136"/>
                  </a:lnTo>
                  <a:lnTo>
                    <a:pt x="1343532" y="793437"/>
                  </a:lnTo>
                  <a:lnTo>
                    <a:pt x="1351674" y="792923"/>
                  </a:lnTo>
                  <a:lnTo>
                    <a:pt x="1359817" y="792589"/>
                  </a:lnTo>
                  <a:lnTo>
                    <a:pt x="1367960" y="792411"/>
                  </a:lnTo>
                  <a:lnTo>
                    <a:pt x="1376102" y="792380"/>
                  </a:lnTo>
                  <a:lnTo>
                    <a:pt x="1384245" y="792476"/>
                  </a:lnTo>
                  <a:lnTo>
                    <a:pt x="1392387" y="792639"/>
                  </a:lnTo>
                  <a:lnTo>
                    <a:pt x="1400530" y="792765"/>
                  </a:lnTo>
                  <a:lnTo>
                    <a:pt x="1408673" y="792740"/>
                  </a:lnTo>
                  <a:lnTo>
                    <a:pt x="1416815" y="792482"/>
                  </a:lnTo>
                  <a:lnTo>
                    <a:pt x="1424958" y="791970"/>
                  </a:lnTo>
                  <a:lnTo>
                    <a:pt x="1433101" y="791244"/>
                  </a:lnTo>
                  <a:lnTo>
                    <a:pt x="1441243" y="790370"/>
                  </a:lnTo>
                  <a:lnTo>
                    <a:pt x="1449386" y="789407"/>
                  </a:lnTo>
                  <a:lnTo>
                    <a:pt x="1457528" y="788364"/>
                  </a:lnTo>
                  <a:lnTo>
                    <a:pt x="1465671" y="787189"/>
                  </a:lnTo>
                  <a:lnTo>
                    <a:pt x="1473814" y="785782"/>
                  </a:lnTo>
                  <a:lnTo>
                    <a:pt x="1481956" y="784024"/>
                  </a:lnTo>
                  <a:lnTo>
                    <a:pt x="1490099" y="781817"/>
                  </a:lnTo>
                  <a:lnTo>
                    <a:pt x="1498242" y="779119"/>
                  </a:lnTo>
                  <a:lnTo>
                    <a:pt x="1506384" y="775958"/>
                  </a:lnTo>
                  <a:lnTo>
                    <a:pt x="1514527" y="772425"/>
                  </a:lnTo>
                  <a:lnTo>
                    <a:pt x="1522669" y="768650"/>
                  </a:lnTo>
                  <a:lnTo>
                    <a:pt x="1530812" y="764769"/>
                  </a:lnTo>
                  <a:lnTo>
                    <a:pt x="1538955" y="760881"/>
                  </a:lnTo>
                  <a:lnTo>
                    <a:pt x="1547097" y="757024"/>
                  </a:lnTo>
                  <a:lnTo>
                    <a:pt x="1555240" y="753176"/>
                  </a:lnTo>
                  <a:lnTo>
                    <a:pt x="1563382" y="749297"/>
                  </a:lnTo>
                  <a:lnTo>
                    <a:pt x="1571525" y="745381"/>
                  </a:lnTo>
                  <a:lnTo>
                    <a:pt x="1579668" y="741475"/>
                  </a:lnTo>
                  <a:lnTo>
                    <a:pt x="1587810" y="737661"/>
                  </a:lnTo>
                  <a:lnTo>
                    <a:pt x="1595953" y="734014"/>
                  </a:lnTo>
                  <a:lnTo>
                    <a:pt x="1604096" y="730557"/>
                  </a:lnTo>
                  <a:lnTo>
                    <a:pt x="1612238" y="727237"/>
                  </a:lnTo>
                  <a:lnTo>
                    <a:pt x="1620381" y="723943"/>
                  </a:lnTo>
                  <a:lnTo>
                    <a:pt x="1628523" y="720536"/>
                  </a:lnTo>
                  <a:lnTo>
                    <a:pt x="1636666" y="716894"/>
                  </a:lnTo>
                  <a:lnTo>
                    <a:pt x="1644809" y="712935"/>
                  </a:lnTo>
                  <a:lnTo>
                    <a:pt x="1652951" y="708639"/>
                  </a:lnTo>
                  <a:lnTo>
                    <a:pt x="1661094" y="704034"/>
                  </a:lnTo>
                  <a:lnTo>
                    <a:pt x="1669237" y="699188"/>
                  </a:lnTo>
                  <a:lnTo>
                    <a:pt x="1677379" y="694197"/>
                  </a:lnTo>
                  <a:lnTo>
                    <a:pt x="1685522" y="689162"/>
                  </a:lnTo>
                  <a:lnTo>
                    <a:pt x="1693664" y="684165"/>
                  </a:lnTo>
                  <a:lnTo>
                    <a:pt x="1701807" y="679219"/>
                  </a:lnTo>
                  <a:lnTo>
                    <a:pt x="1709950" y="674221"/>
                  </a:lnTo>
                  <a:lnTo>
                    <a:pt x="1718092" y="668954"/>
                  </a:lnTo>
                  <a:lnTo>
                    <a:pt x="1726235" y="663130"/>
                  </a:lnTo>
                  <a:lnTo>
                    <a:pt x="1734377" y="656574"/>
                  </a:lnTo>
                  <a:lnTo>
                    <a:pt x="1742520" y="649218"/>
                  </a:lnTo>
                  <a:lnTo>
                    <a:pt x="1750663" y="641082"/>
                  </a:lnTo>
                  <a:lnTo>
                    <a:pt x="1758805" y="632202"/>
                  </a:lnTo>
                  <a:lnTo>
                    <a:pt x="1766948" y="622597"/>
                  </a:lnTo>
                  <a:lnTo>
                    <a:pt x="1775091" y="612309"/>
                  </a:lnTo>
                  <a:lnTo>
                    <a:pt x="1783233" y="601458"/>
                  </a:lnTo>
                  <a:lnTo>
                    <a:pt x="1791376" y="590261"/>
                  </a:lnTo>
                  <a:lnTo>
                    <a:pt x="1799518" y="578976"/>
                  </a:lnTo>
                  <a:lnTo>
                    <a:pt x="1807661" y="567812"/>
                  </a:lnTo>
                  <a:lnTo>
                    <a:pt x="1815804" y="556869"/>
                  </a:lnTo>
                  <a:lnTo>
                    <a:pt x="1823946" y="546149"/>
                  </a:lnTo>
                  <a:lnTo>
                    <a:pt x="1832089" y="535608"/>
                  </a:lnTo>
                  <a:lnTo>
                    <a:pt x="1840232" y="525170"/>
                  </a:lnTo>
                  <a:lnTo>
                    <a:pt x="1848374" y="514675"/>
                  </a:lnTo>
                  <a:lnTo>
                    <a:pt x="1856517" y="503795"/>
                  </a:lnTo>
                  <a:lnTo>
                    <a:pt x="1864659" y="492015"/>
                  </a:lnTo>
                  <a:lnTo>
                    <a:pt x="1872802" y="478766"/>
                  </a:lnTo>
                  <a:lnTo>
                    <a:pt x="1880945" y="463688"/>
                  </a:lnTo>
                  <a:lnTo>
                    <a:pt x="1889087" y="446866"/>
                  </a:lnTo>
                  <a:lnTo>
                    <a:pt x="1897230" y="428870"/>
                  </a:lnTo>
                  <a:lnTo>
                    <a:pt x="1905372" y="410538"/>
                  </a:lnTo>
                  <a:lnTo>
                    <a:pt x="1913515" y="392549"/>
                  </a:lnTo>
                  <a:lnTo>
                    <a:pt x="1921658" y="375032"/>
                  </a:lnTo>
                  <a:lnTo>
                    <a:pt x="1929800" y="357634"/>
                  </a:lnTo>
                  <a:lnTo>
                    <a:pt x="1937943" y="339767"/>
                  </a:lnTo>
                  <a:lnTo>
                    <a:pt x="1946086" y="320906"/>
                  </a:lnTo>
                  <a:lnTo>
                    <a:pt x="1954228" y="300779"/>
                  </a:lnTo>
                  <a:lnTo>
                    <a:pt x="1962371" y="279391"/>
                  </a:lnTo>
                  <a:lnTo>
                    <a:pt x="1970513" y="256944"/>
                  </a:lnTo>
                  <a:lnTo>
                    <a:pt x="1978656" y="233751"/>
                  </a:lnTo>
                  <a:lnTo>
                    <a:pt x="1986799" y="210208"/>
                  </a:lnTo>
                  <a:lnTo>
                    <a:pt x="1994941" y="186786"/>
                  </a:lnTo>
                  <a:lnTo>
                    <a:pt x="2003084" y="163999"/>
                  </a:lnTo>
                  <a:lnTo>
                    <a:pt x="2011227" y="142317"/>
                  </a:lnTo>
                  <a:lnTo>
                    <a:pt x="2019369" y="122061"/>
                  </a:lnTo>
                  <a:lnTo>
                    <a:pt x="2027512" y="103366"/>
                  </a:lnTo>
                  <a:lnTo>
                    <a:pt x="2035654" y="86242"/>
                  </a:lnTo>
                  <a:lnTo>
                    <a:pt x="2043797" y="70704"/>
                  </a:lnTo>
                  <a:lnTo>
                    <a:pt x="2051940" y="56876"/>
                  </a:lnTo>
                  <a:lnTo>
                    <a:pt x="2060082" y="44984"/>
                  </a:lnTo>
                  <a:lnTo>
                    <a:pt x="2068225" y="35249"/>
                  </a:lnTo>
                  <a:lnTo>
                    <a:pt x="2076367" y="27749"/>
                  </a:lnTo>
                  <a:lnTo>
                    <a:pt x="2084510" y="22380"/>
                  </a:lnTo>
                  <a:lnTo>
                    <a:pt x="2092653" y="18763"/>
                  </a:lnTo>
                  <a:lnTo>
                    <a:pt x="2100795" y="16408"/>
                  </a:lnTo>
                  <a:lnTo>
                    <a:pt x="2108938" y="14929"/>
                  </a:lnTo>
                  <a:lnTo>
                    <a:pt x="2117081" y="14076"/>
                  </a:lnTo>
                  <a:lnTo>
                    <a:pt x="2125223" y="13745"/>
                  </a:lnTo>
                  <a:lnTo>
                    <a:pt x="2133366" y="13900"/>
                  </a:lnTo>
                  <a:lnTo>
                    <a:pt x="2141508" y="14447"/>
                  </a:lnTo>
                  <a:lnTo>
                    <a:pt x="2149651" y="15136"/>
                  </a:lnTo>
                  <a:lnTo>
                    <a:pt x="2157794" y="15555"/>
                  </a:lnTo>
                  <a:lnTo>
                    <a:pt x="2165936" y="15249"/>
                  </a:lnTo>
                  <a:lnTo>
                    <a:pt x="2174079" y="13904"/>
                  </a:lnTo>
                  <a:lnTo>
                    <a:pt x="2182222" y="11500"/>
                  </a:lnTo>
                  <a:lnTo>
                    <a:pt x="2190364" y="8371"/>
                  </a:lnTo>
                  <a:lnTo>
                    <a:pt x="2198507" y="5114"/>
                  </a:lnTo>
                  <a:lnTo>
                    <a:pt x="2206649" y="2384"/>
                  </a:lnTo>
                  <a:lnTo>
                    <a:pt x="2214792" y="648"/>
                  </a:lnTo>
                  <a:lnTo>
                    <a:pt x="2222935" y="0"/>
                  </a:lnTo>
                  <a:lnTo>
                    <a:pt x="2231077" y="146"/>
                  </a:lnTo>
                  <a:lnTo>
                    <a:pt x="2239220" y="620"/>
                  </a:lnTo>
                  <a:lnTo>
                    <a:pt x="2247363" y="1153"/>
                  </a:lnTo>
                  <a:lnTo>
                    <a:pt x="2255505" y="2006"/>
                  </a:lnTo>
                  <a:lnTo>
                    <a:pt x="2263648" y="4067"/>
                  </a:lnTo>
                  <a:lnTo>
                    <a:pt x="2271790" y="8648"/>
                  </a:lnTo>
                  <a:lnTo>
                    <a:pt x="2279933" y="16564"/>
                  </a:lnTo>
                  <a:lnTo>
                    <a:pt x="2288076" y="27974"/>
                  </a:lnTo>
                  <a:lnTo>
                    <a:pt x="2296218" y="42338"/>
                  </a:lnTo>
                  <a:lnTo>
                    <a:pt x="2304361" y="58752"/>
                  </a:lnTo>
                  <a:lnTo>
                    <a:pt x="2312503" y="76372"/>
                  </a:lnTo>
                  <a:lnTo>
                    <a:pt x="2320646" y="94687"/>
                  </a:lnTo>
                  <a:lnTo>
                    <a:pt x="2328789" y="113565"/>
                  </a:lnTo>
                  <a:lnTo>
                    <a:pt x="2336931" y="133112"/>
                  </a:lnTo>
                  <a:lnTo>
                    <a:pt x="2345074" y="153508"/>
                  </a:lnTo>
                  <a:lnTo>
                    <a:pt x="2353217" y="174863"/>
                  </a:lnTo>
                  <a:lnTo>
                    <a:pt x="2361359" y="197154"/>
                  </a:lnTo>
                  <a:lnTo>
                    <a:pt x="2369502" y="220192"/>
                  </a:lnTo>
                  <a:lnTo>
                    <a:pt x="2377644" y="243634"/>
                  </a:lnTo>
                  <a:lnTo>
                    <a:pt x="2385787" y="267036"/>
                  </a:lnTo>
                  <a:lnTo>
                    <a:pt x="2393930" y="289946"/>
                  </a:lnTo>
                  <a:lnTo>
                    <a:pt x="2402072" y="312006"/>
                  </a:lnTo>
                  <a:lnTo>
                    <a:pt x="2410215" y="333009"/>
                  </a:lnTo>
                  <a:lnTo>
                    <a:pt x="2418358" y="352888"/>
                  </a:lnTo>
                  <a:lnTo>
                    <a:pt x="2426500" y="371654"/>
                  </a:lnTo>
                  <a:lnTo>
                    <a:pt x="2434643" y="389316"/>
                  </a:lnTo>
                  <a:lnTo>
                    <a:pt x="2442785" y="405832"/>
                  </a:lnTo>
                  <a:lnTo>
                    <a:pt x="2450928" y="421072"/>
                  </a:lnTo>
                  <a:lnTo>
                    <a:pt x="2459071" y="435027"/>
                  </a:lnTo>
                  <a:lnTo>
                    <a:pt x="2467213" y="447771"/>
                  </a:lnTo>
                  <a:lnTo>
                    <a:pt x="2475356" y="459496"/>
                  </a:lnTo>
                  <a:lnTo>
                    <a:pt x="2483498" y="470480"/>
                  </a:lnTo>
                  <a:lnTo>
                    <a:pt x="2491641" y="481004"/>
                  </a:lnTo>
                  <a:lnTo>
                    <a:pt x="2499784" y="491279"/>
                  </a:lnTo>
                  <a:lnTo>
                    <a:pt x="2507926" y="501416"/>
                  </a:lnTo>
                  <a:lnTo>
                    <a:pt x="2516069" y="511438"/>
                  </a:lnTo>
                  <a:lnTo>
                    <a:pt x="2524212" y="521305"/>
                  </a:lnTo>
                  <a:lnTo>
                    <a:pt x="2532354" y="530950"/>
                  </a:lnTo>
                  <a:lnTo>
                    <a:pt x="2540497" y="540318"/>
                  </a:lnTo>
                  <a:lnTo>
                    <a:pt x="2548639" y="549401"/>
                  </a:lnTo>
                  <a:lnTo>
                    <a:pt x="2556782" y="558265"/>
                  </a:lnTo>
                  <a:lnTo>
                    <a:pt x="2564925" y="567030"/>
                  </a:lnTo>
                  <a:lnTo>
                    <a:pt x="2573067" y="575817"/>
                  </a:lnTo>
                  <a:lnTo>
                    <a:pt x="2581210" y="584671"/>
                  </a:lnTo>
                  <a:lnTo>
                    <a:pt x="2589353" y="593517"/>
                  </a:lnTo>
                  <a:lnTo>
                    <a:pt x="2597495" y="602183"/>
                  </a:lnTo>
                  <a:lnTo>
                    <a:pt x="2605638" y="610479"/>
                  </a:lnTo>
                  <a:lnTo>
                    <a:pt x="2613780" y="618280"/>
                  </a:lnTo>
                  <a:lnTo>
                    <a:pt x="2621923" y="625568"/>
                  </a:lnTo>
                  <a:lnTo>
                    <a:pt x="2630066" y="632419"/>
                  </a:lnTo>
                  <a:lnTo>
                    <a:pt x="2638208" y="638989"/>
                  </a:lnTo>
                  <a:lnTo>
                    <a:pt x="2646351" y="645464"/>
                  </a:lnTo>
                  <a:lnTo>
                    <a:pt x="2654493" y="652010"/>
                  </a:lnTo>
                  <a:lnTo>
                    <a:pt x="2662636" y="658737"/>
                  </a:lnTo>
                  <a:lnTo>
                    <a:pt x="2670779" y="665638"/>
                  </a:lnTo>
                  <a:lnTo>
                    <a:pt x="2678921" y="672555"/>
                  </a:lnTo>
                  <a:lnTo>
                    <a:pt x="2687064" y="679202"/>
                  </a:lnTo>
                  <a:lnTo>
                    <a:pt x="2695207" y="685268"/>
                  </a:lnTo>
                  <a:lnTo>
                    <a:pt x="2703349" y="690548"/>
                  </a:lnTo>
                  <a:lnTo>
                    <a:pt x="2711492" y="695050"/>
                  </a:lnTo>
                  <a:lnTo>
                    <a:pt x="2719634" y="698998"/>
                  </a:lnTo>
                  <a:lnTo>
                    <a:pt x="2727777" y="702732"/>
                  </a:lnTo>
                  <a:lnTo>
                    <a:pt x="2735920" y="706560"/>
                  </a:lnTo>
                  <a:lnTo>
                    <a:pt x="2744062" y="710640"/>
                  </a:lnTo>
                  <a:lnTo>
                    <a:pt x="2752205" y="714936"/>
                  </a:lnTo>
                  <a:lnTo>
                    <a:pt x="2760348" y="719271"/>
                  </a:lnTo>
                  <a:lnTo>
                    <a:pt x="2768490" y="723434"/>
                  </a:lnTo>
                  <a:lnTo>
                    <a:pt x="2776633" y="727276"/>
                  </a:lnTo>
                  <a:lnTo>
                    <a:pt x="2784775" y="730766"/>
                  </a:lnTo>
                  <a:lnTo>
                    <a:pt x="2792918" y="733995"/>
                  </a:lnTo>
                  <a:lnTo>
                    <a:pt x="2801061" y="737134"/>
                  </a:lnTo>
                  <a:lnTo>
                    <a:pt x="2809203" y="740375"/>
                  </a:lnTo>
                  <a:lnTo>
                    <a:pt x="2817346" y="743872"/>
                  </a:lnTo>
                  <a:lnTo>
                    <a:pt x="2825488" y="747643"/>
                  </a:lnTo>
                  <a:lnTo>
                    <a:pt x="2833631" y="751598"/>
                  </a:lnTo>
                  <a:lnTo>
                    <a:pt x="2841774" y="755575"/>
                  </a:lnTo>
                  <a:lnTo>
                    <a:pt x="2849916" y="759423"/>
                  </a:lnTo>
                  <a:lnTo>
                    <a:pt x="2858059" y="763082"/>
                  </a:lnTo>
                  <a:lnTo>
                    <a:pt x="2866202" y="766627"/>
                  </a:lnTo>
                  <a:lnTo>
                    <a:pt x="2874344" y="770235"/>
                  </a:lnTo>
                  <a:lnTo>
                    <a:pt x="2882487" y="774090"/>
                  </a:lnTo>
                  <a:lnTo>
                    <a:pt x="2890629" y="778279"/>
                  </a:lnTo>
                  <a:lnTo>
                    <a:pt x="2898772" y="782734"/>
                  </a:lnTo>
                  <a:lnTo>
                    <a:pt x="2906915" y="787256"/>
                  </a:lnTo>
                  <a:lnTo>
                    <a:pt x="2915057" y="791617"/>
                  </a:lnTo>
                  <a:lnTo>
                    <a:pt x="2923200" y="795664"/>
                  </a:lnTo>
                  <a:lnTo>
                    <a:pt x="2931343" y="799374"/>
                  </a:lnTo>
                  <a:lnTo>
                    <a:pt x="2939485" y="802827"/>
                  </a:lnTo>
                  <a:lnTo>
                    <a:pt x="2947628" y="806120"/>
                  </a:lnTo>
                  <a:lnTo>
                    <a:pt x="2955770" y="809285"/>
                  </a:lnTo>
                  <a:lnTo>
                    <a:pt x="2963913" y="812264"/>
                  </a:lnTo>
                  <a:lnTo>
                    <a:pt x="2972056" y="814944"/>
                  </a:lnTo>
                  <a:lnTo>
                    <a:pt x="2980198" y="817221"/>
                  </a:lnTo>
                  <a:lnTo>
                    <a:pt x="2988341" y="819055"/>
                  </a:lnTo>
                  <a:lnTo>
                    <a:pt x="2996484" y="820462"/>
                  </a:lnTo>
                  <a:lnTo>
                    <a:pt x="3004626" y="821532"/>
                  </a:lnTo>
                  <a:lnTo>
                    <a:pt x="3012769" y="822353"/>
                  </a:lnTo>
                  <a:lnTo>
                    <a:pt x="3020911" y="823011"/>
                  </a:lnTo>
                  <a:lnTo>
                    <a:pt x="3029054" y="823592"/>
                  </a:lnTo>
                  <a:lnTo>
                    <a:pt x="3037197" y="824184"/>
                  </a:lnTo>
                  <a:lnTo>
                    <a:pt x="3045339" y="824848"/>
                  </a:lnTo>
                  <a:lnTo>
                    <a:pt x="3053482" y="825590"/>
                  </a:lnTo>
                  <a:lnTo>
                    <a:pt x="3061624" y="826360"/>
                  </a:lnTo>
                  <a:lnTo>
                    <a:pt x="3069767" y="827088"/>
                  </a:lnTo>
                  <a:lnTo>
                    <a:pt x="3077910" y="827736"/>
                  </a:lnTo>
                  <a:lnTo>
                    <a:pt x="3086052" y="828347"/>
                  </a:lnTo>
                  <a:lnTo>
                    <a:pt x="3094195" y="829036"/>
                  </a:lnTo>
                  <a:lnTo>
                    <a:pt x="3102338" y="829939"/>
                  </a:lnTo>
                  <a:lnTo>
                    <a:pt x="3110480" y="831131"/>
                  </a:lnTo>
                  <a:lnTo>
                    <a:pt x="3118623" y="832594"/>
                  </a:lnTo>
                  <a:lnTo>
                    <a:pt x="3126765" y="834226"/>
                  </a:lnTo>
                  <a:lnTo>
                    <a:pt x="3134908" y="835905"/>
                  </a:lnTo>
                  <a:lnTo>
                    <a:pt x="3143051" y="837542"/>
                  </a:lnTo>
                  <a:lnTo>
                    <a:pt x="3151193" y="839108"/>
                  </a:lnTo>
                  <a:lnTo>
                    <a:pt x="3159336" y="840608"/>
                  </a:lnTo>
                  <a:lnTo>
                    <a:pt x="3167479" y="842053"/>
                  </a:lnTo>
                  <a:lnTo>
                    <a:pt x="3175621" y="843434"/>
                  </a:lnTo>
                  <a:lnTo>
                    <a:pt x="3183764" y="844738"/>
                  </a:lnTo>
                  <a:lnTo>
                    <a:pt x="3191906" y="845954"/>
                  </a:lnTo>
                  <a:lnTo>
                    <a:pt x="3200049" y="847079"/>
                  </a:lnTo>
                  <a:lnTo>
                    <a:pt x="3208192" y="848103"/>
                  </a:lnTo>
                  <a:lnTo>
                    <a:pt x="3216334" y="849014"/>
                  </a:lnTo>
                  <a:lnTo>
                    <a:pt x="3224477" y="849798"/>
                  </a:lnTo>
                  <a:lnTo>
                    <a:pt x="3232619" y="850450"/>
                  </a:lnTo>
                  <a:lnTo>
                    <a:pt x="3240762" y="850975"/>
                  </a:lnTo>
                  <a:lnTo>
                    <a:pt x="3248905" y="851385"/>
                  </a:lnTo>
                  <a:lnTo>
                    <a:pt x="3257047" y="851692"/>
                  </a:lnTo>
                  <a:lnTo>
                    <a:pt x="3265190" y="851916"/>
                  </a:lnTo>
                  <a:lnTo>
                    <a:pt x="3273333" y="852091"/>
                  </a:lnTo>
                  <a:lnTo>
                    <a:pt x="3281475" y="852267"/>
                  </a:lnTo>
                  <a:lnTo>
                    <a:pt x="3289618" y="852497"/>
                  </a:lnTo>
                  <a:lnTo>
                    <a:pt x="3297760" y="852819"/>
                  </a:lnTo>
                  <a:lnTo>
                    <a:pt x="3305903" y="853239"/>
                  </a:lnTo>
                  <a:lnTo>
                    <a:pt x="3314046" y="853732"/>
                  </a:lnTo>
                  <a:lnTo>
                    <a:pt x="3322188" y="854263"/>
                  </a:lnTo>
                  <a:lnTo>
                    <a:pt x="3330331" y="854817"/>
                  </a:lnTo>
                  <a:lnTo>
                    <a:pt x="3338474" y="855417"/>
                  </a:lnTo>
                  <a:lnTo>
                    <a:pt x="3346616" y="856102"/>
                  </a:lnTo>
                  <a:lnTo>
                    <a:pt x="3354759" y="856909"/>
                  </a:lnTo>
                  <a:lnTo>
                    <a:pt x="3362901" y="857831"/>
                  </a:lnTo>
                  <a:lnTo>
                    <a:pt x="3371044" y="858806"/>
                  </a:lnTo>
                  <a:lnTo>
                    <a:pt x="3379187" y="859761"/>
                  </a:lnTo>
                  <a:lnTo>
                    <a:pt x="3387329" y="860644"/>
                  </a:lnTo>
                  <a:lnTo>
                    <a:pt x="3395472" y="861439"/>
                  </a:lnTo>
                  <a:lnTo>
                    <a:pt x="3403614" y="862166"/>
                  </a:lnTo>
                  <a:lnTo>
                    <a:pt x="3411757" y="862853"/>
                  </a:lnTo>
                  <a:lnTo>
                    <a:pt x="3419900" y="863523"/>
                  </a:lnTo>
                  <a:lnTo>
                    <a:pt x="3428042" y="864181"/>
                  </a:lnTo>
                  <a:lnTo>
                    <a:pt x="3436185" y="864820"/>
                  </a:lnTo>
                  <a:lnTo>
                    <a:pt x="3444328" y="865429"/>
                  </a:lnTo>
                  <a:lnTo>
                    <a:pt x="3452470" y="865997"/>
                  </a:lnTo>
                  <a:lnTo>
                    <a:pt x="3460613" y="866512"/>
                  </a:lnTo>
                  <a:lnTo>
                    <a:pt x="3468755" y="866966"/>
                  </a:lnTo>
                  <a:lnTo>
                    <a:pt x="3476898" y="867353"/>
                  </a:lnTo>
                  <a:lnTo>
                    <a:pt x="3485041" y="867680"/>
                  </a:lnTo>
                  <a:lnTo>
                    <a:pt x="3493183" y="867962"/>
                  </a:lnTo>
                  <a:lnTo>
                    <a:pt x="3501326" y="868220"/>
                  </a:lnTo>
                  <a:lnTo>
                    <a:pt x="3509469" y="868471"/>
                  </a:lnTo>
                  <a:lnTo>
                    <a:pt x="3517611" y="868717"/>
                  </a:lnTo>
                  <a:lnTo>
                    <a:pt x="3525754" y="868946"/>
                  </a:lnTo>
                  <a:lnTo>
                    <a:pt x="3533896" y="869140"/>
                  </a:lnTo>
                  <a:lnTo>
                    <a:pt x="3542039" y="869284"/>
                  </a:lnTo>
                  <a:lnTo>
                    <a:pt x="3550182" y="869377"/>
                  </a:lnTo>
                  <a:lnTo>
                    <a:pt x="3558324" y="869433"/>
                  </a:lnTo>
                  <a:lnTo>
                    <a:pt x="3566467" y="869468"/>
                  </a:lnTo>
                  <a:lnTo>
                    <a:pt x="3574609" y="869497"/>
                  </a:lnTo>
                  <a:lnTo>
                    <a:pt x="3582752" y="869529"/>
                  </a:lnTo>
                  <a:lnTo>
                    <a:pt x="3590895" y="869563"/>
                  </a:lnTo>
                  <a:lnTo>
                    <a:pt x="3599037" y="869597"/>
                  </a:lnTo>
                  <a:lnTo>
                    <a:pt x="3607180" y="869627"/>
                  </a:lnTo>
                  <a:lnTo>
                    <a:pt x="3615323" y="869650"/>
                  </a:lnTo>
                  <a:lnTo>
                    <a:pt x="3623465" y="869666"/>
                  </a:lnTo>
                  <a:lnTo>
                    <a:pt x="3631608" y="869675"/>
                  </a:lnTo>
                  <a:lnTo>
                    <a:pt x="3639750" y="869680"/>
                  </a:lnTo>
                  <a:lnTo>
                    <a:pt x="3647893" y="869683"/>
                  </a:lnTo>
                  <a:lnTo>
                    <a:pt x="3656036" y="869684"/>
                  </a:lnTo>
                  <a:lnTo>
                    <a:pt x="3664178" y="869684"/>
                  </a:lnTo>
                  <a:lnTo>
                    <a:pt x="3672321" y="869685"/>
                  </a:lnTo>
                  <a:lnTo>
                    <a:pt x="3680464" y="869685"/>
                  </a:lnTo>
                  <a:lnTo>
                    <a:pt x="3688606" y="869685"/>
                  </a:lnTo>
                  <a:lnTo>
                    <a:pt x="3696749" y="869685"/>
                  </a:lnTo>
                  <a:lnTo>
                    <a:pt x="3704891" y="869685"/>
                  </a:lnTo>
                  <a:lnTo>
                    <a:pt x="3713034" y="869685"/>
                  </a:lnTo>
                  <a:lnTo>
                    <a:pt x="3721177" y="869685"/>
                  </a:lnTo>
                  <a:lnTo>
                    <a:pt x="3729319" y="869685"/>
                  </a:lnTo>
                  <a:lnTo>
                    <a:pt x="3737462" y="869685"/>
                  </a:lnTo>
                  <a:lnTo>
                    <a:pt x="3745605" y="869685"/>
                  </a:lnTo>
                  <a:lnTo>
                    <a:pt x="3753747" y="869685"/>
                  </a:lnTo>
                  <a:lnTo>
                    <a:pt x="3761890" y="869685"/>
                  </a:lnTo>
                  <a:lnTo>
                    <a:pt x="3770032" y="869685"/>
                  </a:lnTo>
                  <a:lnTo>
                    <a:pt x="3778175" y="869685"/>
                  </a:lnTo>
                  <a:lnTo>
                    <a:pt x="3786318" y="869685"/>
                  </a:lnTo>
                  <a:lnTo>
                    <a:pt x="3794460" y="869685"/>
                  </a:lnTo>
                  <a:lnTo>
                    <a:pt x="3802603" y="869685"/>
                  </a:lnTo>
                  <a:lnTo>
                    <a:pt x="3810745" y="869685"/>
                  </a:lnTo>
                  <a:lnTo>
                    <a:pt x="3818888" y="869685"/>
                  </a:lnTo>
                  <a:lnTo>
                    <a:pt x="3827031" y="869685"/>
                  </a:lnTo>
                  <a:lnTo>
                    <a:pt x="3835173" y="869685"/>
                  </a:lnTo>
                  <a:lnTo>
                    <a:pt x="3843316" y="869685"/>
                  </a:lnTo>
                  <a:lnTo>
                    <a:pt x="3851459" y="869685"/>
                  </a:lnTo>
                  <a:lnTo>
                    <a:pt x="3859601" y="869685"/>
                  </a:lnTo>
                  <a:lnTo>
                    <a:pt x="3867744" y="869685"/>
                  </a:lnTo>
                  <a:lnTo>
                    <a:pt x="3875886" y="869685"/>
                  </a:lnTo>
                  <a:lnTo>
                    <a:pt x="3884029" y="869685"/>
                  </a:lnTo>
                  <a:lnTo>
                    <a:pt x="3892172" y="869685"/>
                  </a:lnTo>
                  <a:lnTo>
                    <a:pt x="3900314" y="869685"/>
                  </a:lnTo>
                  <a:lnTo>
                    <a:pt x="3908457" y="869685"/>
                  </a:lnTo>
                  <a:lnTo>
                    <a:pt x="3916600" y="869685"/>
                  </a:lnTo>
                  <a:lnTo>
                    <a:pt x="3924742" y="869685"/>
                  </a:lnTo>
                  <a:lnTo>
                    <a:pt x="3932885" y="869685"/>
                  </a:lnTo>
                  <a:lnTo>
                    <a:pt x="3941027" y="869685"/>
                  </a:lnTo>
                  <a:lnTo>
                    <a:pt x="3949170" y="869685"/>
                  </a:lnTo>
                  <a:lnTo>
                    <a:pt x="3957313" y="869685"/>
                  </a:lnTo>
                  <a:lnTo>
                    <a:pt x="3965455" y="869685"/>
                  </a:lnTo>
                  <a:lnTo>
                    <a:pt x="3973598" y="869685"/>
                  </a:lnTo>
                  <a:lnTo>
                    <a:pt x="3981740" y="869685"/>
                  </a:lnTo>
                  <a:lnTo>
                    <a:pt x="3989883" y="869685"/>
                  </a:lnTo>
                  <a:lnTo>
                    <a:pt x="3998026" y="869685"/>
                  </a:lnTo>
                  <a:lnTo>
                    <a:pt x="4006168" y="869685"/>
                  </a:lnTo>
                  <a:lnTo>
                    <a:pt x="4014311" y="869685"/>
                  </a:lnTo>
                  <a:lnTo>
                    <a:pt x="4022454" y="869685"/>
                  </a:lnTo>
                  <a:lnTo>
                    <a:pt x="4030596" y="869685"/>
                  </a:lnTo>
                  <a:lnTo>
                    <a:pt x="4038739" y="869685"/>
                  </a:lnTo>
                  <a:lnTo>
                    <a:pt x="4046881" y="869685"/>
                  </a:lnTo>
                  <a:lnTo>
                    <a:pt x="4055024" y="869685"/>
                  </a:lnTo>
                  <a:lnTo>
                    <a:pt x="4063167" y="869685"/>
                  </a:lnTo>
                  <a:lnTo>
                    <a:pt x="4071309" y="869685"/>
                  </a:lnTo>
                  <a:lnTo>
                    <a:pt x="4079452" y="869685"/>
                  </a:lnTo>
                  <a:lnTo>
                    <a:pt x="4087595" y="869685"/>
                  </a:lnTo>
                  <a:lnTo>
                    <a:pt x="4095737" y="869685"/>
                  </a:lnTo>
                  <a:lnTo>
                    <a:pt x="4103880" y="869685"/>
                  </a:lnTo>
                  <a:lnTo>
                    <a:pt x="4112022" y="869685"/>
                  </a:lnTo>
                  <a:lnTo>
                    <a:pt x="4120165" y="869685"/>
                  </a:lnTo>
                  <a:lnTo>
                    <a:pt x="4128308" y="869685"/>
                  </a:lnTo>
                  <a:lnTo>
                    <a:pt x="4136450" y="869685"/>
                  </a:lnTo>
                  <a:lnTo>
                    <a:pt x="4144593" y="869685"/>
                  </a:lnTo>
                  <a:lnTo>
                    <a:pt x="4152735" y="869685"/>
                  </a:lnTo>
                  <a:lnTo>
                    <a:pt x="4160878" y="869685"/>
                  </a:lnTo>
                </a:path>
              </a:pathLst>
            </a:custGeom>
            <a:ln w="1355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tx4070"/>
            <p:cNvSpPr/>
            <p:nvPr/>
          </p:nvSpPr>
          <p:spPr>
            <a:xfrm>
              <a:off x="10006864" y="2344203"/>
              <a:ext cx="408919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78.4% &gt; 0</a:t>
              </a:r>
            </a:p>
          </p:txBody>
        </p:sp>
        <p:sp>
          <p:nvSpPr>
            <p:cNvPr id="4071" name="tx4071"/>
            <p:cNvSpPr/>
            <p:nvPr/>
          </p:nvSpPr>
          <p:spPr>
            <a:xfrm>
              <a:off x="9726701" y="2447188"/>
              <a:ext cx="67574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median +3.45 °C</a:t>
              </a:r>
            </a:p>
          </p:txBody>
        </p:sp>
        <p:sp>
          <p:nvSpPr>
            <p:cNvPr id="4072" name="tx4072"/>
            <p:cNvSpPr/>
            <p:nvPr/>
          </p:nvSpPr>
          <p:spPr>
            <a:xfrm>
              <a:off x="5904813" y="2100809"/>
              <a:ext cx="544616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Heat exposure</a:t>
              </a:r>
            </a:p>
          </p:txBody>
        </p:sp>
        <p:sp>
          <p:nvSpPr>
            <p:cNvPr id="4073" name="tx4073"/>
            <p:cNvSpPr/>
            <p:nvPr/>
          </p:nvSpPr>
          <p:spPr>
            <a:xfrm>
              <a:off x="5904813" y="2196364"/>
              <a:ext cx="1408541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Tmax(province) - Tmax,base(species)</a:t>
              </a:r>
            </a:p>
          </p:txBody>
        </p:sp>
        <p:sp>
          <p:nvSpPr>
            <p:cNvPr id="4074" name="tx4074"/>
            <p:cNvSpPr/>
            <p:nvPr/>
          </p:nvSpPr>
          <p:spPr>
            <a:xfrm>
              <a:off x="5904813" y="823025"/>
              <a:ext cx="619140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Thermal position</a:t>
              </a:r>
            </a:p>
          </p:txBody>
        </p:sp>
        <p:sp>
          <p:nvSpPr>
            <p:cNvPr id="4075" name="tx4075"/>
            <p:cNvSpPr/>
            <p:nvPr/>
          </p:nvSpPr>
          <p:spPr>
            <a:xfrm>
              <a:off x="5904813" y="918580"/>
              <a:ext cx="1135593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T(province) - N(species range)</a:t>
              </a:r>
            </a:p>
          </p:txBody>
        </p:sp>
        <p:sp>
          <p:nvSpPr>
            <p:cNvPr id="4076" name="pl4076"/>
            <p:cNvSpPr/>
            <p:nvPr/>
          </p:nvSpPr>
          <p:spPr>
            <a:xfrm>
              <a:off x="5859264" y="3267330"/>
              <a:ext cx="4576966" cy="0"/>
            </a:xfrm>
            <a:custGeom>
              <a:avLst/>
              <a:pathLst>
                <a:path w="4576966" h="0">
                  <a:moveTo>
                    <a:pt x="0" y="0"/>
                  </a:moveTo>
                  <a:lnTo>
                    <a:pt x="457696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6527038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7255359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7983679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8712000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9440320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10168641" y="326733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tx4083"/>
            <p:cNvSpPr/>
            <p:nvPr/>
          </p:nvSpPr>
          <p:spPr>
            <a:xfrm>
              <a:off x="6461110" y="3318573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4084" name="tx4084"/>
            <p:cNvSpPr/>
            <p:nvPr/>
          </p:nvSpPr>
          <p:spPr>
            <a:xfrm>
              <a:off x="7189431" y="3318573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085" name="tx4085"/>
            <p:cNvSpPr/>
            <p:nvPr/>
          </p:nvSpPr>
          <p:spPr>
            <a:xfrm>
              <a:off x="7958305" y="331857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86" name="tx4086"/>
            <p:cNvSpPr/>
            <p:nvPr/>
          </p:nvSpPr>
          <p:spPr>
            <a:xfrm>
              <a:off x="8661251" y="331857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087" name="tx4087"/>
            <p:cNvSpPr/>
            <p:nvPr/>
          </p:nvSpPr>
          <p:spPr>
            <a:xfrm>
              <a:off x="9389571" y="331857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088" name="tx4088"/>
            <p:cNvSpPr/>
            <p:nvPr/>
          </p:nvSpPr>
          <p:spPr>
            <a:xfrm>
              <a:off x="10117891" y="331857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089" name="pl4089"/>
            <p:cNvSpPr/>
            <p:nvPr/>
          </p:nvSpPr>
          <p:spPr>
            <a:xfrm>
              <a:off x="5859264" y="1032892"/>
              <a:ext cx="0" cy="956653"/>
            </a:xfrm>
            <a:custGeom>
              <a:avLst/>
              <a:pathLst>
                <a:path w="0" h="956653">
                  <a:moveTo>
                    <a:pt x="0" y="95665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tx4090"/>
            <p:cNvSpPr/>
            <p:nvPr/>
          </p:nvSpPr>
          <p:spPr>
            <a:xfrm>
              <a:off x="5630444" y="1913372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091" name="tx4091"/>
            <p:cNvSpPr/>
            <p:nvPr/>
          </p:nvSpPr>
          <p:spPr>
            <a:xfrm>
              <a:off x="5630444" y="1738460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4092" name="tx4092"/>
            <p:cNvSpPr/>
            <p:nvPr/>
          </p:nvSpPr>
          <p:spPr>
            <a:xfrm>
              <a:off x="5630444" y="1563549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4093" name="tx4093"/>
            <p:cNvSpPr/>
            <p:nvPr/>
          </p:nvSpPr>
          <p:spPr>
            <a:xfrm>
              <a:off x="5630444" y="1388638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4094" name="tx4094"/>
            <p:cNvSpPr/>
            <p:nvPr/>
          </p:nvSpPr>
          <p:spPr>
            <a:xfrm>
              <a:off x="5630444" y="1213726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4095" name="tx4095"/>
            <p:cNvSpPr/>
            <p:nvPr/>
          </p:nvSpPr>
          <p:spPr>
            <a:xfrm>
              <a:off x="5630444" y="1038815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4096" name="pl4096"/>
            <p:cNvSpPr/>
            <p:nvPr/>
          </p:nvSpPr>
          <p:spPr>
            <a:xfrm>
              <a:off x="5830795" y="194606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5830795" y="17711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5830795" y="159623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5830795" y="142132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5830795" y="124641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5830795" y="107150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859264" y="2310676"/>
              <a:ext cx="0" cy="956653"/>
            </a:xfrm>
            <a:custGeom>
              <a:avLst/>
              <a:pathLst>
                <a:path w="0" h="956653">
                  <a:moveTo>
                    <a:pt x="0" y="95665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tx4103"/>
            <p:cNvSpPr/>
            <p:nvPr/>
          </p:nvSpPr>
          <p:spPr>
            <a:xfrm>
              <a:off x="5579695" y="3191156"/>
              <a:ext cx="22832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104" name="tx4104"/>
            <p:cNvSpPr/>
            <p:nvPr/>
          </p:nvSpPr>
          <p:spPr>
            <a:xfrm>
              <a:off x="5579695" y="2965848"/>
              <a:ext cx="22832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105" name="tx4105"/>
            <p:cNvSpPr/>
            <p:nvPr/>
          </p:nvSpPr>
          <p:spPr>
            <a:xfrm>
              <a:off x="5579695" y="2740540"/>
              <a:ext cx="22832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106" name="tx4106"/>
            <p:cNvSpPr/>
            <p:nvPr/>
          </p:nvSpPr>
          <p:spPr>
            <a:xfrm>
              <a:off x="5579695" y="2515231"/>
              <a:ext cx="22832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107" name="tx4107"/>
            <p:cNvSpPr/>
            <p:nvPr/>
          </p:nvSpPr>
          <p:spPr>
            <a:xfrm>
              <a:off x="5579695" y="2289923"/>
              <a:ext cx="22832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0.100</a:t>
              </a:r>
            </a:p>
          </p:txBody>
        </p:sp>
        <p:sp>
          <p:nvSpPr>
            <p:cNvPr id="4108" name="pl4108"/>
            <p:cNvSpPr/>
            <p:nvPr/>
          </p:nvSpPr>
          <p:spPr>
            <a:xfrm>
              <a:off x="5830795" y="322384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830795" y="299853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830795" y="277322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830795" y="25479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830795" y="232261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tx4113"/>
            <p:cNvSpPr/>
            <p:nvPr/>
          </p:nvSpPr>
          <p:spPr>
            <a:xfrm>
              <a:off x="7728494" y="3431532"/>
              <a:ext cx="83850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Degrees Celsius</a:t>
              </a:r>
            </a:p>
          </p:txBody>
        </p:sp>
        <p:sp>
          <p:nvSpPr>
            <p:cNvPr id="4114" name="tx4114"/>
            <p:cNvSpPr/>
            <p:nvPr/>
          </p:nvSpPr>
          <p:spPr>
            <a:xfrm rot="-5400000">
              <a:off x="5295789" y="2109192"/>
              <a:ext cx="3811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Density</a:t>
              </a:r>
            </a:p>
          </p:txBody>
        </p:sp>
        <p:sp>
          <p:nvSpPr>
            <p:cNvPr id="4115" name="tx4115"/>
            <p:cNvSpPr/>
            <p:nvPr/>
          </p:nvSpPr>
          <p:spPr>
            <a:xfrm>
              <a:off x="5859264" y="503004"/>
              <a:ext cx="3380536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Which is why a metric built on distance from the niche centre cannot work</a:t>
              </a:r>
            </a:p>
          </p:txBody>
        </p:sp>
        <p:sp>
          <p:nvSpPr>
            <p:cNvPr id="4116" name="tx4116"/>
            <p:cNvSpPr/>
            <p:nvPr/>
          </p:nvSpPr>
          <p:spPr>
            <a:xfrm>
              <a:off x="5859264" y="328384"/>
              <a:ext cx="302876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Candidate provinces are already on the warm side</a:t>
              </a:r>
            </a:p>
          </p:txBody>
        </p:sp>
        <p:sp>
          <p:nvSpPr>
            <p:cNvPr id="4117" name="tx4117"/>
            <p:cNvSpPr/>
            <p:nvPr/>
          </p:nvSpPr>
          <p:spPr>
            <a:xfrm>
              <a:off x="5423842" y="321928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4118" name="rc4118"/>
            <p:cNvSpPr/>
            <p:nvPr/>
          </p:nvSpPr>
          <p:spPr>
            <a:xfrm>
              <a:off x="252469" y="3613243"/>
              <a:ext cx="4805275" cy="3449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rc4119"/>
            <p:cNvSpPr/>
            <p:nvPr/>
          </p:nvSpPr>
          <p:spPr>
            <a:xfrm>
              <a:off x="5057744" y="3613243"/>
              <a:ext cx="5479706" cy="3449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rc4120"/>
            <p:cNvSpPr/>
            <p:nvPr/>
          </p:nvSpPr>
          <p:spPr>
            <a:xfrm>
              <a:off x="666023" y="4241943"/>
              <a:ext cx="4290500" cy="2234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666023" y="6374816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666023" y="5695094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666023" y="5015371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666023" y="4335649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rc4125"/>
            <p:cNvSpPr/>
            <p:nvPr/>
          </p:nvSpPr>
          <p:spPr>
            <a:xfrm>
              <a:off x="2969613" y="5095357"/>
              <a:ext cx="337110" cy="1279458"/>
            </a:xfrm>
            <a:prstGeom prst="rect">
              <a:avLst/>
            </a:prstGeom>
            <a:solidFill>
              <a:srgbClr val="0072B2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26" name="rc4126"/>
            <p:cNvSpPr/>
            <p:nvPr/>
          </p:nvSpPr>
          <p:spPr>
            <a:xfrm>
              <a:off x="3991161" y="4553401"/>
              <a:ext cx="337110" cy="1821415"/>
            </a:xfrm>
            <a:prstGeom prst="rect">
              <a:avLst/>
            </a:prstGeom>
            <a:solidFill>
              <a:srgbClr val="0072B2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27" name="rc4127"/>
            <p:cNvSpPr/>
            <p:nvPr/>
          </p:nvSpPr>
          <p:spPr>
            <a:xfrm>
              <a:off x="926518" y="5634042"/>
              <a:ext cx="337110" cy="740773"/>
            </a:xfrm>
            <a:prstGeom prst="rect">
              <a:avLst/>
            </a:prstGeom>
            <a:solidFill>
              <a:srgbClr val="0072B2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28" name="rc4128"/>
            <p:cNvSpPr/>
            <p:nvPr/>
          </p:nvSpPr>
          <p:spPr>
            <a:xfrm>
              <a:off x="1948066" y="5198741"/>
              <a:ext cx="337110" cy="1176075"/>
            </a:xfrm>
            <a:prstGeom prst="rect">
              <a:avLst/>
            </a:prstGeom>
            <a:solidFill>
              <a:srgbClr val="0072B2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29" name="rc4129"/>
            <p:cNvSpPr/>
            <p:nvPr/>
          </p:nvSpPr>
          <p:spPr>
            <a:xfrm>
              <a:off x="3337371" y="5207742"/>
              <a:ext cx="337110" cy="1167073"/>
            </a:xfrm>
            <a:prstGeom prst="rect">
              <a:avLst/>
            </a:prstGeom>
            <a:solidFill>
              <a:srgbClr val="D55E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30" name="rc4130"/>
            <p:cNvSpPr/>
            <p:nvPr/>
          </p:nvSpPr>
          <p:spPr>
            <a:xfrm>
              <a:off x="4358918" y="4628222"/>
              <a:ext cx="337110" cy="1746593"/>
            </a:xfrm>
            <a:prstGeom prst="rect">
              <a:avLst/>
            </a:prstGeom>
            <a:solidFill>
              <a:srgbClr val="D55E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31" name="rc4131"/>
            <p:cNvSpPr/>
            <p:nvPr/>
          </p:nvSpPr>
          <p:spPr>
            <a:xfrm>
              <a:off x="1294275" y="5539887"/>
              <a:ext cx="337110" cy="834929"/>
            </a:xfrm>
            <a:prstGeom prst="rect">
              <a:avLst/>
            </a:prstGeom>
            <a:solidFill>
              <a:srgbClr val="D55E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32" name="rc4132"/>
            <p:cNvSpPr/>
            <p:nvPr/>
          </p:nvSpPr>
          <p:spPr>
            <a:xfrm>
              <a:off x="2315823" y="5103356"/>
              <a:ext cx="337110" cy="1271459"/>
            </a:xfrm>
            <a:prstGeom prst="rect">
              <a:avLst/>
            </a:prstGeom>
            <a:solidFill>
              <a:srgbClr val="D55E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33" name="pg4133"/>
            <p:cNvSpPr/>
            <p:nvPr/>
          </p:nvSpPr>
          <p:spPr>
            <a:xfrm>
              <a:off x="4112673" y="4296465"/>
              <a:ext cx="94087" cy="94087"/>
            </a:xfrm>
            <a:custGeom>
              <a:avLst/>
              <a:pathLst>
                <a:path w="94087" h="94087">
                  <a:moveTo>
                    <a:pt x="0" y="47043"/>
                  </a:moveTo>
                  <a:lnTo>
                    <a:pt x="47043" y="0"/>
                  </a:lnTo>
                  <a:lnTo>
                    <a:pt x="94087" y="47043"/>
                  </a:lnTo>
                  <a:lnTo>
                    <a:pt x="47043" y="94087"/>
                  </a:lnTo>
                  <a:close/>
                </a:path>
              </a:pathLst>
            </a:custGeom>
            <a:solidFill>
              <a:srgbClr val="26262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4" name="pg4134"/>
            <p:cNvSpPr/>
            <p:nvPr/>
          </p:nvSpPr>
          <p:spPr>
            <a:xfrm>
              <a:off x="4480430" y="4550511"/>
              <a:ext cx="94087" cy="94087"/>
            </a:xfrm>
            <a:custGeom>
              <a:avLst/>
              <a:pathLst>
                <a:path w="94087" h="94087">
                  <a:moveTo>
                    <a:pt x="0" y="47043"/>
                  </a:moveTo>
                  <a:lnTo>
                    <a:pt x="47043" y="0"/>
                  </a:lnTo>
                  <a:lnTo>
                    <a:pt x="94087" y="47043"/>
                  </a:lnTo>
                  <a:lnTo>
                    <a:pt x="47043" y="94087"/>
                  </a:lnTo>
                  <a:close/>
                </a:path>
              </a:pathLst>
            </a:custGeom>
            <a:solidFill>
              <a:srgbClr val="26262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666023" y="4241943"/>
              <a:ext cx="0" cy="2234438"/>
            </a:xfrm>
            <a:custGeom>
              <a:avLst/>
              <a:pathLst>
                <a:path w="0" h="2234438">
                  <a:moveTo>
                    <a:pt x="0" y="2234438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tx4136"/>
            <p:cNvSpPr/>
            <p:nvPr/>
          </p:nvSpPr>
          <p:spPr>
            <a:xfrm>
              <a:off x="564031" y="634212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37" name="tx4137"/>
            <p:cNvSpPr/>
            <p:nvPr/>
          </p:nvSpPr>
          <p:spPr>
            <a:xfrm>
              <a:off x="513282" y="5662404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38" name="tx4138"/>
            <p:cNvSpPr/>
            <p:nvPr/>
          </p:nvSpPr>
          <p:spPr>
            <a:xfrm>
              <a:off x="513282" y="4982681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139" name="tx4139"/>
            <p:cNvSpPr/>
            <p:nvPr/>
          </p:nvSpPr>
          <p:spPr>
            <a:xfrm>
              <a:off x="513282" y="4302959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4140" name="pl4140"/>
            <p:cNvSpPr/>
            <p:nvPr/>
          </p:nvSpPr>
          <p:spPr>
            <a:xfrm>
              <a:off x="637555" y="637481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637555" y="569509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637555" y="501537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637555" y="433564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666023" y="6476381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1278952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2300500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3322047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4343595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tx4149"/>
            <p:cNvSpPr/>
            <p:nvPr/>
          </p:nvSpPr>
          <p:spPr>
            <a:xfrm>
              <a:off x="1032247" y="6527624"/>
              <a:ext cx="493410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Low warming</a:t>
              </a:r>
            </a:p>
          </p:txBody>
        </p:sp>
        <p:sp>
          <p:nvSpPr>
            <p:cNvPr id="4150" name="tx4150"/>
            <p:cNvSpPr/>
            <p:nvPr/>
          </p:nvSpPr>
          <p:spPr>
            <a:xfrm>
              <a:off x="1109742" y="6623179"/>
              <a:ext cx="338419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low effort</a:t>
              </a:r>
            </a:p>
          </p:txBody>
        </p:sp>
        <p:sp>
          <p:nvSpPr>
            <p:cNvPr id="4151" name="tx4151"/>
            <p:cNvSpPr/>
            <p:nvPr/>
          </p:nvSpPr>
          <p:spPr>
            <a:xfrm>
              <a:off x="2053795" y="6527624"/>
              <a:ext cx="493410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Low warming</a:t>
              </a:r>
            </a:p>
          </p:txBody>
        </p:sp>
        <p:sp>
          <p:nvSpPr>
            <p:cNvPr id="4152" name="tx4152"/>
            <p:cNvSpPr/>
            <p:nvPr/>
          </p:nvSpPr>
          <p:spPr>
            <a:xfrm>
              <a:off x="2115014" y="6623179"/>
              <a:ext cx="370972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high effort</a:t>
              </a:r>
            </a:p>
          </p:txBody>
        </p:sp>
        <p:sp>
          <p:nvSpPr>
            <p:cNvPr id="4153" name="tx4153"/>
            <p:cNvSpPr/>
            <p:nvPr/>
          </p:nvSpPr>
          <p:spPr>
            <a:xfrm>
              <a:off x="3066015" y="6527624"/>
              <a:ext cx="512064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High warming</a:t>
              </a:r>
            </a:p>
          </p:txBody>
        </p:sp>
        <p:sp>
          <p:nvSpPr>
            <p:cNvPr id="4154" name="tx4154"/>
            <p:cNvSpPr/>
            <p:nvPr/>
          </p:nvSpPr>
          <p:spPr>
            <a:xfrm>
              <a:off x="3152838" y="6623179"/>
              <a:ext cx="338419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low effort</a:t>
              </a:r>
            </a:p>
          </p:txBody>
        </p:sp>
        <p:sp>
          <p:nvSpPr>
            <p:cNvPr id="4155" name="tx4155"/>
            <p:cNvSpPr/>
            <p:nvPr/>
          </p:nvSpPr>
          <p:spPr>
            <a:xfrm>
              <a:off x="4087563" y="6527624"/>
              <a:ext cx="512064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High warming</a:t>
              </a:r>
            </a:p>
          </p:txBody>
        </p:sp>
        <p:sp>
          <p:nvSpPr>
            <p:cNvPr id="4156" name="tx4156"/>
            <p:cNvSpPr/>
            <p:nvPr/>
          </p:nvSpPr>
          <p:spPr>
            <a:xfrm>
              <a:off x="4158109" y="6623179"/>
              <a:ext cx="370972" cy="5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6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high effort</a:t>
              </a:r>
            </a:p>
          </p:txBody>
        </p:sp>
        <p:sp>
          <p:nvSpPr>
            <p:cNvPr id="4157" name="tx4157"/>
            <p:cNvSpPr/>
            <p:nvPr/>
          </p:nvSpPr>
          <p:spPr>
            <a:xfrm rot="-5400000">
              <a:off x="-405628" y="5318243"/>
              <a:ext cx="160047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Events per 10,000 risk-set rows</a:t>
              </a:r>
            </a:p>
          </p:txBody>
        </p:sp>
        <p:sp>
          <p:nvSpPr>
            <p:cNvPr id="4158" name="rc4158"/>
            <p:cNvSpPr/>
            <p:nvPr/>
          </p:nvSpPr>
          <p:spPr>
            <a:xfrm>
              <a:off x="998048" y="4353084"/>
              <a:ext cx="1223771" cy="4927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9" name="tx4159"/>
            <p:cNvSpPr/>
            <p:nvPr/>
          </p:nvSpPr>
          <p:spPr>
            <a:xfrm>
              <a:off x="1054984" y="4420719"/>
              <a:ext cx="82442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indicator</a:t>
              </a:r>
            </a:p>
          </p:txBody>
        </p:sp>
        <p:sp>
          <p:nvSpPr>
            <p:cNvPr id="4160" name="rc4160"/>
            <p:cNvSpPr/>
            <p:nvPr/>
          </p:nvSpPr>
          <p:spPr>
            <a:xfrm>
              <a:off x="1054984" y="456114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1" name="rc4161"/>
            <p:cNvSpPr/>
            <p:nvPr/>
          </p:nvSpPr>
          <p:spPr>
            <a:xfrm>
              <a:off x="1062348" y="4568504"/>
              <a:ext cx="99145" cy="99145"/>
            </a:xfrm>
            <a:prstGeom prst="rect">
              <a:avLst/>
            </a:prstGeom>
            <a:solidFill>
              <a:srgbClr val="0072B2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62" name="rc4162"/>
            <p:cNvSpPr/>
            <p:nvPr/>
          </p:nvSpPr>
          <p:spPr>
            <a:xfrm>
              <a:off x="1054984" y="46750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3" name="rc4163"/>
            <p:cNvSpPr/>
            <p:nvPr/>
          </p:nvSpPr>
          <p:spPr>
            <a:xfrm>
              <a:off x="1062348" y="4682377"/>
              <a:ext cx="99145" cy="99145"/>
            </a:xfrm>
            <a:prstGeom prst="rect">
              <a:avLst/>
            </a:prstGeom>
            <a:solidFill>
              <a:srgbClr val="D55E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4164" name="tx4164"/>
            <p:cNvSpPr/>
            <p:nvPr/>
          </p:nvSpPr>
          <p:spPr>
            <a:xfrm>
              <a:off x="1225794" y="4581684"/>
              <a:ext cx="59874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mean</a:t>
              </a:r>
            </a:p>
          </p:txBody>
        </p:sp>
        <p:sp>
          <p:nvSpPr>
            <p:cNvPr id="4165" name="tx4165"/>
            <p:cNvSpPr/>
            <p:nvPr/>
          </p:nvSpPr>
          <p:spPr>
            <a:xfrm>
              <a:off x="1225794" y="4695557"/>
              <a:ext cx="93908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Warmest-month max</a:t>
              </a:r>
            </a:p>
          </p:txBody>
        </p:sp>
        <p:sp>
          <p:nvSpPr>
            <p:cNvPr id="4166" name="tx4166"/>
            <p:cNvSpPr/>
            <p:nvPr/>
          </p:nvSpPr>
          <p:spPr>
            <a:xfrm>
              <a:off x="666023" y="3863778"/>
              <a:ext cx="2669590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Diamonds: the rate expected from the two margins alone. </a:t>
              </a:r>
            </a:p>
          </p:txBody>
        </p:sp>
        <p:sp>
          <p:nvSpPr>
            <p:cNvPr id="4167" name="tx4167"/>
            <p:cNvSpPr/>
            <p:nvPr/>
          </p:nvSpPr>
          <p:spPr>
            <a:xfrm>
              <a:off x="666023" y="3976249"/>
              <a:ext cx="3493465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Annual mean falls 10% short of it (sub-multiplicative = negative interaction); </a:t>
              </a:r>
            </a:p>
          </p:txBody>
        </p:sp>
        <p:sp>
          <p:nvSpPr>
            <p:cNvPr id="4168" name="tx4168"/>
            <p:cNvSpPr/>
            <p:nvPr/>
          </p:nvSpPr>
          <p:spPr>
            <a:xfrm>
              <a:off x="666023" y="4088721"/>
              <a:ext cx="3577224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warmest-month proxy falls only 2% short, that is, essentially multiplicative.</a:t>
              </a:r>
            </a:p>
          </p:txBody>
        </p:sp>
        <p:sp>
          <p:nvSpPr>
            <p:cNvPr id="4169" name="tx4169"/>
            <p:cNvSpPr/>
            <p:nvPr/>
          </p:nvSpPr>
          <p:spPr>
            <a:xfrm>
              <a:off x="666023" y="3689158"/>
              <a:ext cx="305665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interaction is visible before any model is fitted</a:t>
              </a:r>
            </a:p>
          </p:txBody>
        </p:sp>
        <p:sp>
          <p:nvSpPr>
            <p:cNvPr id="4170" name="tx4170"/>
            <p:cNvSpPr/>
            <p:nvPr/>
          </p:nvSpPr>
          <p:spPr>
            <a:xfrm>
              <a:off x="334321" y="368403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4171" name="rc4171"/>
            <p:cNvSpPr/>
            <p:nvPr/>
          </p:nvSpPr>
          <p:spPr>
            <a:xfrm>
              <a:off x="6145730" y="4241943"/>
              <a:ext cx="4290500" cy="2234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6145730" y="6260145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6145730" y="5899752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6145730" y="5539359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6145730" y="5178966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6145730" y="4818573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6145730" y="4458179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  <a:lnTo>
                    <a:pt x="429050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10241207" y="4241943"/>
              <a:ext cx="0" cy="2234438"/>
            </a:xfrm>
            <a:custGeom>
              <a:avLst/>
              <a:pathLst>
                <a:path w="0" h="2234438">
                  <a:moveTo>
                    <a:pt x="0" y="223443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7538225" y="4404120"/>
              <a:ext cx="2373046" cy="0"/>
            </a:xfrm>
            <a:custGeom>
              <a:avLst/>
              <a:pathLst>
                <a:path w="2373046" h="0">
                  <a:moveTo>
                    <a:pt x="0" y="0"/>
                  </a:moveTo>
                  <a:lnTo>
                    <a:pt x="2373046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7304315" y="4764514"/>
              <a:ext cx="2352539" cy="0"/>
            </a:xfrm>
            <a:custGeom>
              <a:avLst/>
              <a:pathLst>
                <a:path w="2352539" h="0">
                  <a:moveTo>
                    <a:pt x="0" y="0"/>
                  </a:moveTo>
                  <a:lnTo>
                    <a:pt x="2352539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7218767" y="5124907"/>
              <a:ext cx="2333316" cy="0"/>
            </a:xfrm>
            <a:custGeom>
              <a:avLst/>
              <a:pathLst>
                <a:path w="2333316" h="0">
                  <a:moveTo>
                    <a:pt x="0" y="0"/>
                  </a:moveTo>
                  <a:lnTo>
                    <a:pt x="2333316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7553446" y="5485300"/>
              <a:ext cx="2380949" cy="0"/>
            </a:xfrm>
            <a:custGeom>
              <a:avLst/>
              <a:pathLst>
                <a:path w="2380949" h="0">
                  <a:moveTo>
                    <a:pt x="0" y="0"/>
                  </a:moveTo>
                  <a:lnTo>
                    <a:pt x="2380949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7564568" y="5845693"/>
              <a:ext cx="2373035" cy="0"/>
            </a:xfrm>
            <a:custGeom>
              <a:avLst/>
              <a:pathLst>
                <a:path w="2373035" h="0">
                  <a:moveTo>
                    <a:pt x="0" y="0"/>
                  </a:moveTo>
                  <a:lnTo>
                    <a:pt x="2373035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7680796" y="6206086"/>
              <a:ext cx="2440237" cy="0"/>
            </a:xfrm>
            <a:custGeom>
              <a:avLst/>
              <a:pathLst>
                <a:path w="2440237" h="0">
                  <a:moveTo>
                    <a:pt x="0" y="0"/>
                  </a:moveTo>
                  <a:lnTo>
                    <a:pt x="2440237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6340753" y="4512238"/>
              <a:ext cx="3106762" cy="0"/>
            </a:xfrm>
            <a:custGeom>
              <a:avLst/>
              <a:pathLst>
                <a:path w="3106762" h="0">
                  <a:moveTo>
                    <a:pt x="0" y="0"/>
                  </a:moveTo>
                  <a:lnTo>
                    <a:pt x="3106762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6360228" y="4872632"/>
              <a:ext cx="3119913" cy="0"/>
            </a:xfrm>
            <a:custGeom>
              <a:avLst/>
              <a:pathLst>
                <a:path w="3119913" h="0">
                  <a:moveTo>
                    <a:pt x="0" y="0"/>
                  </a:moveTo>
                  <a:lnTo>
                    <a:pt x="3119913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6345646" y="5233025"/>
              <a:ext cx="3123323" cy="0"/>
            </a:xfrm>
            <a:custGeom>
              <a:avLst/>
              <a:pathLst>
                <a:path w="3123323" h="0">
                  <a:moveTo>
                    <a:pt x="0" y="0"/>
                  </a:moveTo>
                  <a:lnTo>
                    <a:pt x="3123323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6711140" y="5593418"/>
              <a:ext cx="3161205" cy="0"/>
            </a:xfrm>
            <a:custGeom>
              <a:avLst/>
              <a:pathLst>
                <a:path w="3161205" h="0">
                  <a:moveTo>
                    <a:pt x="0" y="0"/>
                  </a:moveTo>
                  <a:lnTo>
                    <a:pt x="3161205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6412870" y="5953811"/>
              <a:ext cx="3246986" cy="0"/>
            </a:xfrm>
            <a:custGeom>
              <a:avLst/>
              <a:pathLst>
                <a:path w="3246986" h="0">
                  <a:moveTo>
                    <a:pt x="0" y="0"/>
                  </a:moveTo>
                  <a:lnTo>
                    <a:pt x="3246986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6719958" y="6314204"/>
              <a:ext cx="3134268" cy="0"/>
            </a:xfrm>
            <a:custGeom>
              <a:avLst/>
              <a:pathLst>
                <a:path w="3134268" h="0">
                  <a:moveTo>
                    <a:pt x="0" y="0"/>
                  </a:moveTo>
                  <a:lnTo>
                    <a:pt x="3134268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8647432" y="4373337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8403319" y="4733730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8308623" y="5094124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8666353" y="5454517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8673851" y="5814910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8821490" y="6175303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7778849" y="4481455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7804337" y="4841848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7791196" y="5202242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8175839" y="5562635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7914168" y="5923028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8172611" y="6283421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6145730" y="4241943"/>
              <a:ext cx="0" cy="2234438"/>
            </a:xfrm>
            <a:custGeom>
              <a:avLst/>
              <a:pathLst>
                <a:path w="0" h="2234438">
                  <a:moveTo>
                    <a:pt x="0" y="2234438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tx4204"/>
            <p:cNvSpPr/>
            <p:nvPr/>
          </p:nvSpPr>
          <p:spPr>
            <a:xfrm>
              <a:off x="5597328" y="6229239"/>
              <a:ext cx="497159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Effort: record</a:t>
              </a:r>
            </a:p>
          </p:txBody>
        </p:sp>
        <p:sp>
          <p:nvSpPr>
            <p:cNvPr id="4205" name="tx4205"/>
            <p:cNvSpPr/>
            <p:nvPr/>
          </p:nvSpPr>
          <p:spPr>
            <a:xfrm>
              <a:off x="5659598" y="5868846"/>
              <a:ext cx="434888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Effort: days</a:t>
              </a:r>
            </a:p>
          </p:txBody>
        </p:sp>
        <p:sp>
          <p:nvSpPr>
            <p:cNvPr id="4206" name="tx4206"/>
            <p:cNvSpPr/>
            <p:nvPr/>
          </p:nvSpPr>
          <p:spPr>
            <a:xfrm>
              <a:off x="5463002" y="5508452"/>
              <a:ext cx="631484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Effort: observers</a:t>
              </a:r>
            </a:p>
          </p:txBody>
        </p:sp>
        <p:sp>
          <p:nvSpPr>
            <p:cNvPr id="4207" name="tx4207"/>
            <p:cNvSpPr/>
            <p:nvPr/>
          </p:nvSpPr>
          <p:spPr>
            <a:xfrm>
              <a:off x="5158964" y="5148059"/>
              <a:ext cx="935522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SDM threshold 200 cells</a:t>
              </a:r>
            </a:p>
          </p:txBody>
        </p:sp>
        <p:sp>
          <p:nvSpPr>
            <p:cNvPr id="4208" name="tx4208"/>
            <p:cNvSpPr/>
            <p:nvPr/>
          </p:nvSpPr>
          <p:spPr>
            <a:xfrm>
              <a:off x="5158964" y="4787666"/>
              <a:ext cx="935522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SDM threshold 100 cells</a:t>
              </a:r>
            </a:p>
          </p:txBody>
        </p:sp>
        <p:sp>
          <p:nvSpPr>
            <p:cNvPr id="4209" name="tx4209"/>
            <p:cNvSpPr/>
            <p:nvPr/>
          </p:nvSpPr>
          <p:spPr>
            <a:xfrm>
              <a:off x="5327031" y="4427273"/>
              <a:ext cx="767455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Main: 50 cells, visits</a:t>
              </a:r>
            </a:p>
          </p:txBody>
        </p:sp>
        <p:sp>
          <p:nvSpPr>
            <p:cNvPr id="4210" name="pl4210"/>
            <p:cNvSpPr/>
            <p:nvPr/>
          </p:nvSpPr>
          <p:spPr>
            <a:xfrm>
              <a:off x="6117262" y="626014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6117262" y="589975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6117262" y="553935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6117262" y="51789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6117262" y="481857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6117262" y="445817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6145730" y="6476381"/>
              <a:ext cx="4290500" cy="0"/>
            </a:xfrm>
            <a:custGeom>
              <a:avLst/>
              <a:pathLst>
                <a:path w="4290500" h="0">
                  <a:moveTo>
                    <a:pt x="0" y="0"/>
                  </a:moveTo>
                  <a:lnTo>
                    <a:pt x="429050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6907780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7741137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8574494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9407851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10241207" y="6476381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tx4222"/>
            <p:cNvSpPr/>
            <p:nvPr/>
          </p:nvSpPr>
          <p:spPr>
            <a:xfrm>
              <a:off x="6818992" y="6527624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0.80</a:t>
              </a:r>
            </a:p>
          </p:txBody>
        </p:sp>
        <p:sp>
          <p:nvSpPr>
            <p:cNvPr id="4223" name="tx4223"/>
            <p:cNvSpPr/>
            <p:nvPr/>
          </p:nvSpPr>
          <p:spPr>
            <a:xfrm>
              <a:off x="7652349" y="6527624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0.85</a:t>
              </a:r>
            </a:p>
          </p:txBody>
        </p:sp>
        <p:sp>
          <p:nvSpPr>
            <p:cNvPr id="4224" name="tx4224"/>
            <p:cNvSpPr/>
            <p:nvPr/>
          </p:nvSpPr>
          <p:spPr>
            <a:xfrm>
              <a:off x="8485706" y="6527624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4225" name="tx4225"/>
            <p:cNvSpPr/>
            <p:nvPr/>
          </p:nvSpPr>
          <p:spPr>
            <a:xfrm>
              <a:off x="9319062" y="6527624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0.95</a:t>
              </a:r>
            </a:p>
          </p:txBody>
        </p:sp>
        <p:sp>
          <p:nvSpPr>
            <p:cNvPr id="4226" name="tx4226"/>
            <p:cNvSpPr/>
            <p:nvPr/>
          </p:nvSpPr>
          <p:spPr>
            <a:xfrm>
              <a:off x="10152419" y="6527624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27" name="tx4227"/>
            <p:cNvSpPr/>
            <p:nvPr/>
          </p:nvSpPr>
          <p:spPr>
            <a:xfrm>
              <a:off x="7497144" y="6729188"/>
              <a:ext cx="158767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4228" name="rc4228"/>
            <p:cNvSpPr/>
            <p:nvPr/>
          </p:nvSpPr>
          <p:spPr>
            <a:xfrm>
              <a:off x="6931832" y="6948857"/>
              <a:ext cx="2718296" cy="3795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9" name="rc4229"/>
            <p:cNvSpPr/>
            <p:nvPr/>
          </p:nvSpPr>
          <p:spPr>
            <a:xfrm>
              <a:off x="6931832" y="6872942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943219" y="692987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6957985" y="6899096"/>
              <a:ext cx="61566" cy="6156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rc4232"/>
            <p:cNvSpPr/>
            <p:nvPr/>
          </p:nvSpPr>
          <p:spPr>
            <a:xfrm>
              <a:off x="8112291" y="6872942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8123678" y="692987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8138444" y="6899096"/>
              <a:ext cx="61566" cy="61566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tx4235"/>
            <p:cNvSpPr/>
            <p:nvPr/>
          </p:nvSpPr>
          <p:spPr>
            <a:xfrm>
              <a:off x="7102641" y="6893486"/>
              <a:ext cx="95271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Displacement x effort</a:t>
              </a:r>
            </a:p>
          </p:txBody>
        </p:sp>
        <p:sp>
          <p:nvSpPr>
            <p:cNvPr id="4236" name="tx4236"/>
            <p:cNvSpPr/>
            <p:nvPr/>
          </p:nvSpPr>
          <p:spPr>
            <a:xfrm>
              <a:off x="8283100" y="6893486"/>
              <a:ext cx="136702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Displacement x heat exposure</a:t>
              </a:r>
            </a:p>
          </p:txBody>
        </p:sp>
        <p:sp>
          <p:nvSpPr>
            <p:cNvPr id="4237" name="tx4237"/>
            <p:cNvSpPr/>
            <p:nvPr/>
          </p:nvSpPr>
          <p:spPr>
            <a:xfrm>
              <a:off x="6145730" y="3863778"/>
              <a:ext cx="2686415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Filled points P &lt; 0.05. Sample sizes differ across settings, </a:t>
              </a:r>
            </a:p>
          </p:txBody>
        </p:sp>
        <p:sp>
          <p:nvSpPr>
            <p:cNvPr id="4238" name="tx4238"/>
            <p:cNvSpPr/>
            <p:nvPr/>
          </p:nvSpPr>
          <p:spPr>
            <a:xfrm>
              <a:off x="6145730" y="3976249"/>
              <a:ext cx="2003358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 coefficients are compared but AIC is not.</a:t>
              </a:r>
            </a:p>
          </p:txBody>
        </p:sp>
        <p:sp>
          <p:nvSpPr>
            <p:cNvPr id="4239" name="tx4239"/>
            <p:cNvSpPr/>
            <p:nvPr/>
          </p:nvSpPr>
          <p:spPr>
            <a:xfrm>
              <a:off x="6145730" y="3689158"/>
              <a:ext cx="390320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Both interactions hold across candidate pools and effort proxies</a:t>
              </a:r>
            </a:p>
          </p:txBody>
        </p:sp>
        <p:sp>
          <p:nvSpPr>
            <p:cNvPr id="4240" name="tx4240"/>
            <p:cNvSpPr/>
            <p:nvPr/>
          </p:nvSpPr>
          <p:spPr>
            <a:xfrm>
              <a:off x="5138808" y="3684034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2026-07-28T10:07:51Z</dcterms:modified>
  <cp:category/>
</cp:coreProperties>
</file>